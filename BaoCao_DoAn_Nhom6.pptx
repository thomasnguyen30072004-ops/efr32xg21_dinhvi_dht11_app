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0" r:id="rId1"/>
  </p:sldMasterIdLst>
  <p:notesMasterIdLst>
    <p:notesMasterId r:id="rId26"/>
  </p:notesMasterIdLst>
  <p:sldIdLst>
    <p:sldId id="256" r:id="rId2"/>
    <p:sldId id="257" r:id="rId3"/>
    <p:sldId id="313" r:id="rId4"/>
    <p:sldId id="261" r:id="rId5"/>
    <p:sldId id="262" r:id="rId6"/>
    <p:sldId id="329" r:id="rId7"/>
    <p:sldId id="328" r:id="rId8"/>
    <p:sldId id="330" r:id="rId9"/>
    <p:sldId id="331" r:id="rId10"/>
    <p:sldId id="266" r:id="rId11"/>
    <p:sldId id="324" r:id="rId12"/>
    <p:sldId id="334" r:id="rId13"/>
    <p:sldId id="333" r:id="rId14"/>
    <p:sldId id="332" r:id="rId15"/>
    <p:sldId id="335" r:id="rId16"/>
    <p:sldId id="269" r:id="rId17"/>
    <p:sldId id="271" r:id="rId18"/>
    <p:sldId id="272" r:id="rId19"/>
    <p:sldId id="321" r:id="rId20"/>
    <p:sldId id="336" r:id="rId21"/>
    <p:sldId id="337" r:id="rId22"/>
    <p:sldId id="338" r:id="rId23"/>
    <p:sldId id="325" r:id="rId24"/>
    <p:sldId id="288" r:id="rId25"/>
  </p:sldIdLst>
  <p:sldSz cx="9144000" cy="5143500" type="screen16x9"/>
  <p:notesSz cx="6858000" cy="9144000"/>
  <p:embeddedFontLst>
    <p:embeddedFont>
      <p:font typeface="Bebas Neue" panose="020B0606020202050201" pitchFamily="34" charset="0"/>
      <p:regular r:id="rId27"/>
    </p:embeddedFont>
    <p:embeddedFont>
      <p:font typeface="Cambria Math" panose="02040503050406030204" pitchFamily="18" charset="0"/>
      <p:regular r:id="rId28"/>
    </p:embeddedFont>
    <p:embeddedFont>
      <p:font typeface="Oxygen" panose="02000503000000000000" pitchFamily="2" charset="0"/>
      <p:regular r:id="rId29"/>
      <p:bold r:id="rId30"/>
    </p:embeddedFont>
    <p:embeddedFont>
      <p:font typeface="Oxygen Light" panose="02000303000000000000" pitchFamily="2" charset="0"/>
      <p:regular r:id="rId31"/>
      <p:bold r:id="rId32"/>
    </p:embeddedFont>
    <p:embeddedFont>
      <p:font typeface="Poiret One" panose="00000500000000000000" pitchFamily="2" charset="0"/>
      <p:regular r:id="rId3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1D29C87-760A-4E5F-891B-60428C48D5BA}">
  <a:tblStyle styleId="{21D29C87-760A-4E5F-891B-60428C48D5B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428" autoAdjust="0"/>
    <p:restoredTop sz="94660"/>
  </p:normalViewPr>
  <p:slideViewPr>
    <p:cSldViewPr snapToGrid="0">
      <p:cViewPr varScale="1">
        <p:scale>
          <a:sx n="119" d="100"/>
          <a:sy n="119" d="100"/>
        </p:scale>
        <p:origin x="197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6.fntdata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2.fntdata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1.fntdata"/><Relationship Id="rId30" Type="http://schemas.openxmlformats.org/officeDocument/2006/relationships/font" Target="fonts/font4.fntdata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a25f85cae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a25f85cae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ac439249f7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ac439249f7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ac439249f7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ac439249f7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9643237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ad20d076ce_3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ad20d076ce_3_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ac439249f7_0_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ac439249f7_0_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ac439249f7_0_1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Google Shape;254;gac439249f7_0_1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ac439249f7_0_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" name="Google Shape;240;gac439249f7_0_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4210799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ac439249f7_0_1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5" name="Google Shape;295;gac439249f7_0_1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ac439249f7_0_1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1" name="Google Shape;311;gac439249f7_0_1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ac439249f7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1" name="Google Shape;351;gac439249f7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ac439249f7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1" name="Google Shape;351;gac439249f7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7752257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ac439249f7_0_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" name="Google Shape;240;gac439249f7_0_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7928289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gac8787dcf5_1_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6" name="Google Shape;616;gac8787dcf5_1_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slidesgo.com/" TargetMode="External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5" Type="http://schemas.openxmlformats.org/officeDocument/2006/relationships/hyperlink" Target="https://www.freepik.com/" TargetMode="External"/><Relationship Id="rId4" Type="http://schemas.openxmlformats.org/officeDocument/2006/relationships/hyperlink" Target="https://www.flaticon.com/" TargetMode="Externa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3999" cy="5144006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438725" y="970200"/>
            <a:ext cx="4562400" cy="2410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5200"/>
              <a:buNone/>
              <a:defRPr sz="4400" b="1">
                <a:latin typeface="Poiret One"/>
                <a:ea typeface="Poiret One"/>
                <a:cs typeface="Poiret One"/>
                <a:sym typeface="Poiret One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438917" y="3380700"/>
            <a:ext cx="45624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latin typeface="Oxygen"/>
                <a:ea typeface="Oxygen"/>
                <a:cs typeface="Oxygen"/>
                <a:sym typeface="Oxygen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13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484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5139007" y="2342625"/>
            <a:ext cx="32850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45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title" idx="2" hasCustomPrompt="1"/>
          </p:nvPr>
        </p:nvSpPr>
        <p:spPr>
          <a:xfrm>
            <a:off x="5138900" y="1106175"/>
            <a:ext cx="3285000" cy="1265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6000"/>
              <a:buNone/>
              <a:defRPr sz="7000" b="1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6" name="Google Shape;16;p3"/>
          <p:cNvSpPr txBox="1">
            <a:spLocks noGrp="1"/>
          </p:cNvSpPr>
          <p:nvPr>
            <p:ph type="subTitle" idx="1"/>
          </p:nvPr>
        </p:nvSpPr>
        <p:spPr>
          <a:xfrm>
            <a:off x="5139001" y="3323950"/>
            <a:ext cx="3285000" cy="71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>
                <a:latin typeface="Oxygen"/>
                <a:ea typeface="Oxygen"/>
                <a:cs typeface="Oxygen"/>
                <a:sym typeface="Oxygen"/>
              </a:defRPr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24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body" idx="1"/>
          </p:nvPr>
        </p:nvSpPr>
        <p:spPr>
          <a:xfrm>
            <a:off x="720000" y="1152475"/>
            <a:ext cx="77040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Oxygen"/>
              <a:buChar char="●"/>
              <a:defRPr sz="1400">
                <a:latin typeface="Oxygen"/>
                <a:ea typeface="Oxygen"/>
                <a:cs typeface="Oxygen"/>
                <a:sym typeface="Oxygen"/>
              </a:defRPr>
            </a:lvl1pPr>
            <a:lvl2pPr marL="914400" lvl="1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Oxygen"/>
              <a:buChar char="○"/>
              <a:defRPr>
                <a:latin typeface="Oxygen"/>
                <a:ea typeface="Oxygen"/>
                <a:cs typeface="Oxygen"/>
                <a:sym typeface="Oxygen"/>
              </a:defRPr>
            </a:lvl2pPr>
            <a:lvl3pPr marL="1371600" lvl="2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Oxygen"/>
              <a:buChar char="■"/>
              <a:defRPr>
                <a:latin typeface="Oxygen"/>
                <a:ea typeface="Oxygen"/>
                <a:cs typeface="Oxygen"/>
                <a:sym typeface="Oxygen"/>
              </a:defRPr>
            </a:lvl3pPr>
            <a:lvl4pPr marL="1828800" lvl="3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Oxygen"/>
              <a:buChar char="●"/>
              <a:defRPr>
                <a:latin typeface="Oxygen"/>
                <a:ea typeface="Oxygen"/>
                <a:cs typeface="Oxygen"/>
                <a:sym typeface="Oxygen"/>
              </a:defRPr>
            </a:lvl4pPr>
            <a:lvl5pPr marL="2286000" lvl="4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Oxygen"/>
              <a:buChar char="○"/>
              <a:defRPr>
                <a:latin typeface="Oxygen"/>
                <a:ea typeface="Oxygen"/>
                <a:cs typeface="Oxygen"/>
                <a:sym typeface="Oxygen"/>
              </a:defRPr>
            </a:lvl5pPr>
            <a:lvl6pPr marL="2743200" lvl="5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Oxygen"/>
              <a:buChar char="■"/>
              <a:defRPr>
                <a:latin typeface="Oxygen"/>
                <a:ea typeface="Oxygen"/>
                <a:cs typeface="Oxygen"/>
                <a:sym typeface="Oxygen"/>
              </a:defRPr>
            </a:lvl6pPr>
            <a:lvl7pPr marL="3200400" lvl="6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Oxygen"/>
              <a:buChar char="●"/>
              <a:defRPr>
                <a:latin typeface="Oxygen"/>
                <a:ea typeface="Oxygen"/>
                <a:cs typeface="Oxygen"/>
                <a:sym typeface="Oxygen"/>
              </a:defRPr>
            </a:lvl7pPr>
            <a:lvl8pPr marL="3657600" lvl="7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Oxygen"/>
              <a:buChar char="○"/>
              <a:defRPr>
                <a:latin typeface="Oxygen"/>
                <a:ea typeface="Oxygen"/>
                <a:cs typeface="Oxygen"/>
                <a:sym typeface="Oxygen"/>
              </a:defRPr>
            </a:lvl8pPr>
            <a:lvl9pPr marL="4114800" lvl="8" indent="-3175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Oxygen"/>
              <a:buChar char="■"/>
              <a:defRPr>
                <a:latin typeface="Oxygen"/>
                <a:ea typeface="Oxygen"/>
                <a:cs typeface="Oxygen"/>
                <a:sym typeface="Oxygen"/>
              </a:defRPr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Google Shape;22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5"/>
          <p:cNvSpPr txBox="1">
            <a:spLocks noGrp="1"/>
          </p:cNvSpPr>
          <p:nvPr>
            <p:ph type="subTitle" idx="1"/>
          </p:nvPr>
        </p:nvSpPr>
        <p:spPr>
          <a:xfrm>
            <a:off x="703800" y="2491350"/>
            <a:ext cx="3494100" cy="71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Bebas Neue"/>
              <a:buNone/>
              <a:defRPr sz="2000" b="1">
                <a:solidFill>
                  <a:schemeClr val="dk1"/>
                </a:solidFill>
                <a:latin typeface="Poiret One"/>
                <a:ea typeface="Poiret One"/>
                <a:cs typeface="Poiret One"/>
                <a:sym typeface="Poiret One"/>
              </a:defRPr>
            </a:lvl1pPr>
            <a:lvl2pPr lvl="1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ubTitle" idx="2"/>
          </p:nvPr>
        </p:nvSpPr>
        <p:spPr>
          <a:xfrm>
            <a:off x="4913600" y="2491350"/>
            <a:ext cx="3510300" cy="71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Bebas Neue"/>
              <a:buNone/>
              <a:defRPr sz="2000" b="1">
                <a:solidFill>
                  <a:schemeClr val="dk1"/>
                </a:solidFill>
                <a:latin typeface="Poiret One"/>
                <a:ea typeface="Poiret One"/>
                <a:cs typeface="Poiret One"/>
                <a:sym typeface="Poiret One"/>
              </a:defRPr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subTitle" idx="3"/>
          </p:nvPr>
        </p:nvSpPr>
        <p:spPr>
          <a:xfrm>
            <a:off x="703800" y="3001175"/>
            <a:ext cx="3494100" cy="93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>
                <a:latin typeface="Oxygen"/>
                <a:ea typeface="Oxygen"/>
                <a:cs typeface="Oxygen"/>
                <a:sym typeface="Oxygen"/>
              </a:defRPr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subTitle" idx="4"/>
          </p:nvPr>
        </p:nvSpPr>
        <p:spPr>
          <a:xfrm>
            <a:off x="4913600" y="3001175"/>
            <a:ext cx="3510300" cy="93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>
                <a:latin typeface="Oxygen"/>
                <a:ea typeface="Oxygen"/>
                <a:cs typeface="Oxygen"/>
                <a:sym typeface="Oxygen"/>
              </a:defRPr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24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oogle Shape;29;p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1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24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Google Shape;32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7"/>
          <p:cNvSpPr txBox="1">
            <a:spLocks noGrp="1"/>
          </p:cNvSpPr>
          <p:nvPr>
            <p:ph type="title"/>
          </p:nvPr>
        </p:nvSpPr>
        <p:spPr>
          <a:xfrm>
            <a:off x="1147850" y="1371175"/>
            <a:ext cx="6848400" cy="86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45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"/>
          <p:cNvSpPr txBox="1">
            <a:spLocks noGrp="1"/>
          </p:cNvSpPr>
          <p:nvPr>
            <p:ph type="subTitle" idx="1"/>
          </p:nvPr>
        </p:nvSpPr>
        <p:spPr>
          <a:xfrm>
            <a:off x="2433000" y="2441425"/>
            <a:ext cx="4278000" cy="126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>
                <a:latin typeface="Oxygen"/>
                <a:ea typeface="Oxygen"/>
                <a:cs typeface="Oxygen"/>
                <a:sym typeface="Oxygen"/>
              </a:defRPr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Google Shape;36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8"/>
          <p:cNvSpPr txBox="1">
            <a:spLocks noGrp="1"/>
          </p:cNvSpPr>
          <p:nvPr>
            <p:ph type="title"/>
          </p:nvPr>
        </p:nvSpPr>
        <p:spPr>
          <a:xfrm>
            <a:off x="1388100" y="1693050"/>
            <a:ext cx="6367800" cy="175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7000" b="1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BLANK_1_1_1_2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Google Shape;82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24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18"/>
          <p:cNvSpPr txBox="1">
            <a:spLocks noGrp="1"/>
          </p:cNvSpPr>
          <p:nvPr>
            <p:ph type="title" idx="2"/>
          </p:nvPr>
        </p:nvSpPr>
        <p:spPr>
          <a:xfrm>
            <a:off x="720000" y="2948538"/>
            <a:ext cx="2336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 b="1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85" name="Google Shape;85;p18"/>
          <p:cNvSpPr txBox="1">
            <a:spLocks noGrp="1"/>
          </p:cNvSpPr>
          <p:nvPr>
            <p:ph type="subTitle" idx="1"/>
          </p:nvPr>
        </p:nvSpPr>
        <p:spPr>
          <a:xfrm>
            <a:off x="720000" y="3315275"/>
            <a:ext cx="2336400" cy="93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latin typeface="Oxygen"/>
                <a:ea typeface="Oxygen"/>
                <a:cs typeface="Oxygen"/>
                <a:sym typeface="Oxygen"/>
              </a:defRPr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8"/>
          <p:cNvSpPr txBox="1">
            <a:spLocks noGrp="1"/>
          </p:cNvSpPr>
          <p:nvPr>
            <p:ph type="title" idx="3"/>
          </p:nvPr>
        </p:nvSpPr>
        <p:spPr>
          <a:xfrm>
            <a:off x="3403800" y="2948538"/>
            <a:ext cx="2336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 b="1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87" name="Google Shape;87;p18"/>
          <p:cNvSpPr txBox="1">
            <a:spLocks noGrp="1"/>
          </p:cNvSpPr>
          <p:nvPr>
            <p:ph type="subTitle" idx="4"/>
          </p:nvPr>
        </p:nvSpPr>
        <p:spPr>
          <a:xfrm>
            <a:off x="3403800" y="3315275"/>
            <a:ext cx="2336400" cy="93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latin typeface="Oxygen"/>
                <a:ea typeface="Oxygen"/>
                <a:cs typeface="Oxygen"/>
                <a:sym typeface="Oxygen"/>
              </a:defRPr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18"/>
          <p:cNvSpPr txBox="1">
            <a:spLocks noGrp="1"/>
          </p:cNvSpPr>
          <p:nvPr>
            <p:ph type="title" idx="5"/>
          </p:nvPr>
        </p:nvSpPr>
        <p:spPr>
          <a:xfrm>
            <a:off x="6087600" y="2948538"/>
            <a:ext cx="2336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 b="1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89" name="Google Shape;89;p18"/>
          <p:cNvSpPr txBox="1">
            <a:spLocks noGrp="1"/>
          </p:cNvSpPr>
          <p:nvPr>
            <p:ph type="subTitle" idx="6"/>
          </p:nvPr>
        </p:nvSpPr>
        <p:spPr>
          <a:xfrm>
            <a:off x="6087600" y="3315275"/>
            <a:ext cx="2336400" cy="93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latin typeface="Oxygen"/>
                <a:ea typeface="Oxygen"/>
                <a:cs typeface="Oxygen"/>
                <a:sym typeface="Oxygen"/>
              </a:defRPr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BLANK_1_1_1_1_1"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20"/>
          <p:cNvPicPr preferRelativeResize="0"/>
          <p:nvPr/>
        </p:nvPicPr>
        <p:blipFill rotWithShape="1">
          <a:blip r:embed="rId2">
            <a:alphaModFix/>
          </a:blip>
          <a:srcRect b="10"/>
          <a:stretch/>
        </p:blipFill>
        <p:spPr>
          <a:xfrm>
            <a:off x="0" y="0"/>
            <a:ext cx="9143999" cy="5143502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2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24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20"/>
          <p:cNvSpPr txBox="1">
            <a:spLocks noGrp="1"/>
          </p:cNvSpPr>
          <p:nvPr>
            <p:ph type="title" idx="2"/>
          </p:nvPr>
        </p:nvSpPr>
        <p:spPr>
          <a:xfrm>
            <a:off x="788550" y="1881312"/>
            <a:ext cx="2305500" cy="41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 b="1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05" name="Google Shape;105;p20"/>
          <p:cNvSpPr txBox="1">
            <a:spLocks noGrp="1"/>
          </p:cNvSpPr>
          <p:nvPr>
            <p:ph type="subTitle" idx="1"/>
          </p:nvPr>
        </p:nvSpPr>
        <p:spPr>
          <a:xfrm>
            <a:off x="720013" y="2193175"/>
            <a:ext cx="2442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latin typeface="Oxygen"/>
                <a:ea typeface="Oxygen"/>
                <a:cs typeface="Oxygen"/>
                <a:sym typeface="Oxygen"/>
              </a:defRPr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p20"/>
          <p:cNvSpPr txBox="1">
            <a:spLocks noGrp="1"/>
          </p:cNvSpPr>
          <p:nvPr>
            <p:ph type="title" idx="3"/>
          </p:nvPr>
        </p:nvSpPr>
        <p:spPr>
          <a:xfrm>
            <a:off x="3419250" y="1881312"/>
            <a:ext cx="2305500" cy="41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 b="1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07" name="Google Shape;107;p20"/>
          <p:cNvSpPr txBox="1">
            <a:spLocks noGrp="1"/>
          </p:cNvSpPr>
          <p:nvPr>
            <p:ph type="subTitle" idx="4"/>
          </p:nvPr>
        </p:nvSpPr>
        <p:spPr>
          <a:xfrm>
            <a:off x="3331962" y="2193175"/>
            <a:ext cx="24801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latin typeface="Oxygen"/>
                <a:ea typeface="Oxygen"/>
                <a:cs typeface="Oxygen"/>
                <a:sym typeface="Oxygen"/>
              </a:defRPr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20"/>
          <p:cNvSpPr txBox="1">
            <a:spLocks noGrp="1"/>
          </p:cNvSpPr>
          <p:nvPr>
            <p:ph type="title" idx="5"/>
          </p:nvPr>
        </p:nvSpPr>
        <p:spPr>
          <a:xfrm>
            <a:off x="788550" y="3749587"/>
            <a:ext cx="2305500" cy="41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 b="1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09" name="Google Shape;109;p20"/>
          <p:cNvSpPr txBox="1">
            <a:spLocks noGrp="1"/>
          </p:cNvSpPr>
          <p:nvPr>
            <p:ph type="subTitle" idx="6"/>
          </p:nvPr>
        </p:nvSpPr>
        <p:spPr>
          <a:xfrm>
            <a:off x="720000" y="4061350"/>
            <a:ext cx="2442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latin typeface="Oxygen"/>
                <a:ea typeface="Oxygen"/>
                <a:cs typeface="Oxygen"/>
                <a:sym typeface="Oxygen"/>
              </a:defRPr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20"/>
          <p:cNvSpPr txBox="1">
            <a:spLocks noGrp="1"/>
          </p:cNvSpPr>
          <p:nvPr>
            <p:ph type="title" idx="7"/>
          </p:nvPr>
        </p:nvSpPr>
        <p:spPr>
          <a:xfrm>
            <a:off x="3419250" y="3749587"/>
            <a:ext cx="2305500" cy="41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 b="1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11" name="Google Shape;111;p20"/>
          <p:cNvSpPr txBox="1">
            <a:spLocks noGrp="1"/>
          </p:cNvSpPr>
          <p:nvPr>
            <p:ph type="subTitle" idx="8"/>
          </p:nvPr>
        </p:nvSpPr>
        <p:spPr>
          <a:xfrm>
            <a:off x="3331950" y="4061350"/>
            <a:ext cx="24801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latin typeface="Oxygen"/>
                <a:ea typeface="Oxygen"/>
                <a:cs typeface="Oxygen"/>
                <a:sym typeface="Oxygen"/>
              </a:defRPr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2" name="Google Shape;112;p20"/>
          <p:cNvSpPr txBox="1">
            <a:spLocks noGrp="1"/>
          </p:cNvSpPr>
          <p:nvPr>
            <p:ph type="title" idx="9"/>
          </p:nvPr>
        </p:nvSpPr>
        <p:spPr>
          <a:xfrm>
            <a:off x="6049924" y="1881312"/>
            <a:ext cx="2305500" cy="41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 b="1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13" name="Google Shape;113;p20"/>
          <p:cNvSpPr txBox="1">
            <a:spLocks noGrp="1"/>
          </p:cNvSpPr>
          <p:nvPr>
            <p:ph type="subTitle" idx="13"/>
          </p:nvPr>
        </p:nvSpPr>
        <p:spPr>
          <a:xfrm>
            <a:off x="5981387" y="2193175"/>
            <a:ext cx="2442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latin typeface="Oxygen"/>
                <a:ea typeface="Oxygen"/>
                <a:cs typeface="Oxygen"/>
                <a:sym typeface="Oxygen"/>
              </a:defRPr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20"/>
          <p:cNvSpPr txBox="1">
            <a:spLocks noGrp="1"/>
          </p:cNvSpPr>
          <p:nvPr>
            <p:ph type="title" idx="14"/>
          </p:nvPr>
        </p:nvSpPr>
        <p:spPr>
          <a:xfrm>
            <a:off x="6049924" y="3749587"/>
            <a:ext cx="2305500" cy="41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 b="1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15" name="Google Shape;115;p20"/>
          <p:cNvSpPr txBox="1">
            <a:spLocks noGrp="1"/>
          </p:cNvSpPr>
          <p:nvPr>
            <p:ph type="subTitle" idx="15"/>
          </p:nvPr>
        </p:nvSpPr>
        <p:spPr>
          <a:xfrm>
            <a:off x="5981374" y="4061350"/>
            <a:ext cx="2442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latin typeface="Oxygen"/>
                <a:ea typeface="Oxygen"/>
                <a:cs typeface="Oxygen"/>
                <a:sym typeface="Oxygen"/>
              </a:defRPr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BLANK_1_1_1_1_1_1_2"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2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3"/>
            <a:ext cx="9144000" cy="5143489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29"/>
          <p:cNvSpPr txBox="1">
            <a:spLocks noGrp="1"/>
          </p:cNvSpPr>
          <p:nvPr>
            <p:ph type="ctrTitle"/>
          </p:nvPr>
        </p:nvSpPr>
        <p:spPr>
          <a:xfrm>
            <a:off x="4096775" y="540100"/>
            <a:ext cx="4325700" cy="98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 b="1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57" name="Google Shape;157;p29"/>
          <p:cNvSpPr txBox="1">
            <a:spLocks noGrp="1"/>
          </p:cNvSpPr>
          <p:nvPr>
            <p:ph type="subTitle" idx="1"/>
          </p:nvPr>
        </p:nvSpPr>
        <p:spPr>
          <a:xfrm>
            <a:off x="4096775" y="1524100"/>
            <a:ext cx="43257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>
                <a:latin typeface="Oxygen"/>
                <a:ea typeface="Oxygen"/>
                <a:cs typeface="Oxygen"/>
                <a:sym typeface="Oxygen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58" name="Google Shape;158;p29"/>
          <p:cNvSpPr txBox="1"/>
          <p:nvPr/>
        </p:nvSpPr>
        <p:spPr>
          <a:xfrm>
            <a:off x="4409075" y="3137600"/>
            <a:ext cx="3701100" cy="96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2"/>
                </a:solidFill>
                <a:latin typeface="Oxygen"/>
                <a:ea typeface="Oxygen"/>
                <a:cs typeface="Oxygen"/>
                <a:sym typeface="Oxygen"/>
              </a:rPr>
              <a:t>CREDITS: This presentation template was created by </a:t>
            </a:r>
            <a:r>
              <a:rPr lang="en" u="sng">
                <a:solidFill>
                  <a:schemeClr val="lt2"/>
                </a:solidFill>
                <a:latin typeface="Oxygen"/>
                <a:ea typeface="Oxygen"/>
                <a:cs typeface="Oxygen"/>
                <a:sym typeface="Oxygen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>
                <a:solidFill>
                  <a:schemeClr val="lt2"/>
                </a:solidFill>
                <a:latin typeface="Oxygen"/>
                <a:ea typeface="Oxygen"/>
                <a:cs typeface="Oxygen"/>
                <a:sym typeface="Oxygen"/>
              </a:rPr>
              <a:t>, including icons by </a:t>
            </a:r>
            <a:r>
              <a:rPr lang="en" u="sng">
                <a:solidFill>
                  <a:schemeClr val="lt2"/>
                </a:solidFill>
                <a:latin typeface="Oxygen"/>
                <a:ea typeface="Oxygen"/>
                <a:cs typeface="Oxygen"/>
                <a:sym typeface="Oxygen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>
                <a:solidFill>
                  <a:schemeClr val="lt2"/>
                </a:solidFill>
                <a:latin typeface="Oxygen"/>
                <a:ea typeface="Oxygen"/>
                <a:cs typeface="Oxygen"/>
                <a:sym typeface="Oxygen"/>
              </a:rPr>
              <a:t>, infographics &amp; images by</a:t>
            </a:r>
            <a:r>
              <a:rPr lang="en">
                <a:solidFill>
                  <a:schemeClr val="lt2"/>
                </a:solidFill>
                <a:uFill>
                  <a:noFill/>
                </a:uFill>
                <a:latin typeface="Oxygen"/>
                <a:ea typeface="Oxygen"/>
                <a:cs typeface="Oxygen"/>
                <a:sym typeface="Oxygen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" u="sng">
                <a:solidFill>
                  <a:schemeClr val="lt2"/>
                </a:solidFill>
                <a:latin typeface="Oxygen"/>
                <a:ea typeface="Oxygen"/>
                <a:cs typeface="Oxygen"/>
                <a:sym typeface="Oxygen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r>
              <a:rPr lang="en">
                <a:solidFill>
                  <a:schemeClr val="lt2"/>
                </a:solidFill>
                <a:latin typeface="Oxygen"/>
                <a:ea typeface="Oxygen"/>
                <a:cs typeface="Oxygen"/>
                <a:sym typeface="Oxygen"/>
              </a:rPr>
              <a:t>.</a:t>
            </a:r>
            <a:endParaRPr>
              <a:solidFill>
                <a:schemeClr val="lt2"/>
              </a:solidFill>
              <a:latin typeface="Oxygen"/>
              <a:ea typeface="Oxygen"/>
              <a:cs typeface="Oxygen"/>
              <a:sym typeface="Oxyge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"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_1_1_1_1_3"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1" name="Google Shape;161;p3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CUSTOM_4_1"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" name="Google Shape;163;p3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iret One"/>
              <a:buNone/>
              <a:defRPr sz="2800">
                <a:solidFill>
                  <a:schemeClr val="dk1"/>
                </a:solidFill>
                <a:latin typeface="Poiret One"/>
                <a:ea typeface="Poiret One"/>
                <a:cs typeface="Poiret One"/>
                <a:sym typeface="Poiret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ebas Neue"/>
              <a:buNone/>
              <a:defRPr sz="2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ebas Neue"/>
              <a:buNone/>
              <a:defRPr sz="2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ebas Neue"/>
              <a:buNone/>
              <a:defRPr sz="2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ebas Neue"/>
              <a:buNone/>
              <a:defRPr sz="2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ebas Neue"/>
              <a:buNone/>
              <a:defRPr sz="2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ebas Neue"/>
              <a:buNone/>
              <a:defRPr sz="2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ebas Neue"/>
              <a:buNone/>
              <a:defRPr sz="2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ebas Neue"/>
              <a:buNone/>
              <a:defRPr sz="2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Oxygen Light"/>
              <a:buChar char="●"/>
              <a:defRPr sz="1800">
                <a:solidFill>
                  <a:schemeClr val="lt2"/>
                </a:solidFill>
                <a:latin typeface="Oxygen Light"/>
                <a:ea typeface="Oxygen Light"/>
                <a:cs typeface="Oxygen Light"/>
                <a:sym typeface="Oxygen Light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Oxygen Light"/>
              <a:buChar char="○"/>
              <a:defRPr>
                <a:solidFill>
                  <a:schemeClr val="lt2"/>
                </a:solidFill>
                <a:latin typeface="Oxygen Light"/>
                <a:ea typeface="Oxygen Light"/>
                <a:cs typeface="Oxygen Light"/>
                <a:sym typeface="Oxygen Light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Oxygen Light"/>
              <a:buChar char="■"/>
              <a:defRPr>
                <a:solidFill>
                  <a:schemeClr val="lt2"/>
                </a:solidFill>
                <a:latin typeface="Oxygen Light"/>
                <a:ea typeface="Oxygen Light"/>
                <a:cs typeface="Oxygen Light"/>
                <a:sym typeface="Oxygen Light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Oxygen Light"/>
              <a:buChar char="●"/>
              <a:defRPr>
                <a:solidFill>
                  <a:schemeClr val="lt2"/>
                </a:solidFill>
                <a:latin typeface="Oxygen Light"/>
                <a:ea typeface="Oxygen Light"/>
                <a:cs typeface="Oxygen Light"/>
                <a:sym typeface="Oxygen Light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Oxygen Light"/>
              <a:buChar char="○"/>
              <a:defRPr>
                <a:solidFill>
                  <a:schemeClr val="lt2"/>
                </a:solidFill>
                <a:latin typeface="Oxygen Light"/>
                <a:ea typeface="Oxygen Light"/>
                <a:cs typeface="Oxygen Light"/>
                <a:sym typeface="Oxygen Light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Oxygen Light"/>
              <a:buChar char="■"/>
              <a:defRPr>
                <a:solidFill>
                  <a:schemeClr val="lt2"/>
                </a:solidFill>
                <a:latin typeface="Oxygen Light"/>
                <a:ea typeface="Oxygen Light"/>
                <a:cs typeface="Oxygen Light"/>
                <a:sym typeface="Oxygen Light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Oxygen Light"/>
              <a:buChar char="●"/>
              <a:defRPr>
                <a:solidFill>
                  <a:schemeClr val="lt2"/>
                </a:solidFill>
                <a:latin typeface="Oxygen Light"/>
                <a:ea typeface="Oxygen Light"/>
                <a:cs typeface="Oxygen Light"/>
                <a:sym typeface="Oxygen Light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Oxygen Light"/>
              <a:buChar char="○"/>
              <a:defRPr>
                <a:solidFill>
                  <a:schemeClr val="lt2"/>
                </a:solidFill>
                <a:latin typeface="Oxygen Light"/>
                <a:ea typeface="Oxygen Light"/>
                <a:cs typeface="Oxygen Light"/>
                <a:sym typeface="Oxygen Light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Font typeface="Oxygen Light"/>
              <a:buChar char="■"/>
              <a:defRPr>
                <a:solidFill>
                  <a:schemeClr val="lt2"/>
                </a:solidFill>
                <a:latin typeface="Oxygen Light"/>
                <a:ea typeface="Oxygen Light"/>
                <a:cs typeface="Oxygen Light"/>
                <a:sym typeface="Oxygen Light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8" r:id="rId8"/>
    <p:sldLayoutId id="2147483664" r:id="rId9"/>
    <p:sldLayoutId id="2147483666" r:id="rId10"/>
    <p:sldLayoutId id="2147483675" r:id="rId11"/>
    <p:sldLayoutId id="2147483676" r:id="rId12"/>
    <p:sldLayoutId id="2147483677" r:id="rId13"/>
    <p:sldLayoutId id="2147483678" r:id="rId14"/>
  </p:sldLayoutIdLst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jpe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vynt2401/DoAn_IoT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5"/>
          <p:cNvSpPr txBox="1">
            <a:spLocks noGrp="1"/>
          </p:cNvSpPr>
          <p:nvPr>
            <p:ph type="ctrTitle"/>
          </p:nvPr>
        </p:nvSpPr>
        <p:spPr>
          <a:xfrm>
            <a:off x="2608974" y="0"/>
            <a:ext cx="6228080" cy="147062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1"/>
                </a:solidFill>
              </a:rPr>
              <a:t>Thực hành Kết nối và thu nhận dữ liệu trong IoT</a:t>
            </a:r>
            <a:endParaRPr dirty="0">
              <a:solidFill>
                <a:schemeClr val="accent1"/>
              </a:solidFill>
            </a:endParaRPr>
          </a:p>
        </p:txBody>
      </p:sp>
      <p:sp>
        <p:nvSpPr>
          <p:cNvPr id="173" name="Google Shape;173;p35"/>
          <p:cNvSpPr txBox="1">
            <a:spLocks noGrp="1"/>
          </p:cNvSpPr>
          <p:nvPr>
            <p:ph type="subTitle" idx="1"/>
          </p:nvPr>
        </p:nvSpPr>
        <p:spPr>
          <a:xfrm>
            <a:off x="3822579" y="3308390"/>
            <a:ext cx="4109964" cy="114296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accent3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Nguyễn Vũ </a:t>
            </a:r>
            <a:r>
              <a:rPr lang="en-US" dirty="0" err="1">
                <a:solidFill>
                  <a:schemeClr val="accent3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Nhật</a:t>
            </a:r>
            <a:r>
              <a:rPr lang="en-US" dirty="0">
                <a:solidFill>
                  <a:schemeClr val="accent3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Thành – 22200145	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accent3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Nguyễn </a:t>
            </a:r>
            <a:r>
              <a:rPr lang="en-US" dirty="0" err="1">
                <a:solidFill>
                  <a:schemeClr val="accent3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Đức</a:t>
            </a:r>
            <a:r>
              <a:rPr lang="en-US" dirty="0">
                <a:solidFill>
                  <a:schemeClr val="accent3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solidFill>
                  <a:schemeClr val="accent3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Thuận</a:t>
            </a:r>
            <a:r>
              <a:rPr lang="en-US" dirty="0">
                <a:solidFill>
                  <a:schemeClr val="accent3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– 22200158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accent3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Lê </a:t>
            </a:r>
            <a:r>
              <a:rPr lang="en-US" dirty="0" err="1">
                <a:solidFill>
                  <a:schemeClr val="accent3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Đăng</a:t>
            </a:r>
            <a:r>
              <a:rPr lang="en-US" dirty="0">
                <a:solidFill>
                  <a:schemeClr val="accent3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solidFill>
                  <a:schemeClr val="accent3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Tâm</a:t>
            </a:r>
            <a:r>
              <a:rPr lang="en-US" dirty="0">
                <a:solidFill>
                  <a:schemeClr val="accent3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– 22200140	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accent3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Nguyễn Thế Vỹ -22200186</a:t>
            </a:r>
            <a:endParaRPr dirty="0">
              <a:solidFill>
                <a:schemeClr val="accent3">
                  <a:lumMod val="5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Google Shape;173;p35">
            <a:extLst>
              <a:ext uri="{FF2B5EF4-FFF2-40B4-BE49-F238E27FC236}">
                <a16:creationId xmlns:a16="http://schemas.microsoft.com/office/drawing/2014/main" id="{F69182C7-A460-8F9F-DC80-9478C803B857}"/>
              </a:ext>
            </a:extLst>
          </p:cNvPr>
          <p:cNvSpPr txBox="1">
            <a:spLocks/>
          </p:cNvSpPr>
          <p:nvPr/>
        </p:nvSpPr>
        <p:spPr>
          <a:xfrm>
            <a:off x="2763521" y="1633060"/>
            <a:ext cx="5969243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Oxygen Light"/>
              <a:buNone/>
              <a:defRPr sz="1800" b="0" i="0" u="none" strike="noStrike" cap="none">
                <a:solidFill>
                  <a:schemeClr val="lt2"/>
                </a:solidFill>
                <a:latin typeface="Oxygen"/>
                <a:ea typeface="Oxygen"/>
                <a:cs typeface="Oxygen"/>
                <a:sym typeface="Oxygen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Oxygen Light"/>
              <a:buNone/>
              <a:defRPr sz="1800" b="0" i="0" u="none" strike="noStrike" cap="none">
                <a:solidFill>
                  <a:schemeClr val="lt2"/>
                </a:solidFill>
                <a:latin typeface="Oxygen Light"/>
                <a:ea typeface="Oxygen Light"/>
                <a:cs typeface="Oxygen Light"/>
                <a:sym typeface="Oxygen Light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Oxygen Light"/>
              <a:buNone/>
              <a:defRPr sz="1800" b="0" i="0" u="none" strike="noStrike" cap="none">
                <a:solidFill>
                  <a:schemeClr val="lt2"/>
                </a:solidFill>
                <a:latin typeface="Oxygen Light"/>
                <a:ea typeface="Oxygen Light"/>
                <a:cs typeface="Oxygen Light"/>
                <a:sym typeface="Oxygen Light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Oxygen Light"/>
              <a:buNone/>
              <a:defRPr sz="1800" b="0" i="0" u="none" strike="noStrike" cap="none">
                <a:solidFill>
                  <a:schemeClr val="lt2"/>
                </a:solidFill>
                <a:latin typeface="Oxygen Light"/>
                <a:ea typeface="Oxygen Light"/>
                <a:cs typeface="Oxygen Light"/>
                <a:sym typeface="Oxygen Light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Oxygen Light"/>
              <a:buNone/>
              <a:defRPr sz="1800" b="0" i="0" u="none" strike="noStrike" cap="none">
                <a:solidFill>
                  <a:schemeClr val="lt2"/>
                </a:solidFill>
                <a:latin typeface="Oxygen Light"/>
                <a:ea typeface="Oxygen Light"/>
                <a:cs typeface="Oxygen Light"/>
                <a:sym typeface="Oxygen Light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Oxygen Light"/>
              <a:buNone/>
              <a:defRPr sz="1800" b="0" i="0" u="none" strike="noStrike" cap="none">
                <a:solidFill>
                  <a:schemeClr val="lt2"/>
                </a:solidFill>
                <a:latin typeface="Oxygen Light"/>
                <a:ea typeface="Oxygen Light"/>
                <a:cs typeface="Oxygen Light"/>
                <a:sym typeface="Oxygen Light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Oxygen Light"/>
              <a:buNone/>
              <a:defRPr sz="1800" b="0" i="0" u="none" strike="noStrike" cap="none">
                <a:solidFill>
                  <a:schemeClr val="lt2"/>
                </a:solidFill>
                <a:latin typeface="Oxygen Light"/>
                <a:ea typeface="Oxygen Light"/>
                <a:cs typeface="Oxygen Light"/>
                <a:sym typeface="Oxygen Light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Oxygen Light"/>
              <a:buNone/>
              <a:defRPr sz="1800" b="0" i="0" u="none" strike="noStrike" cap="none">
                <a:solidFill>
                  <a:schemeClr val="lt2"/>
                </a:solidFill>
                <a:latin typeface="Oxygen Light"/>
                <a:ea typeface="Oxygen Light"/>
                <a:cs typeface="Oxygen Light"/>
                <a:sym typeface="Oxygen Light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Oxygen Light"/>
              <a:buNone/>
              <a:defRPr sz="1800" b="0" i="0" u="none" strike="noStrike" cap="none">
                <a:solidFill>
                  <a:schemeClr val="lt2"/>
                </a:solidFill>
                <a:latin typeface="Oxygen Light"/>
                <a:ea typeface="Oxygen Light"/>
                <a:cs typeface="Oxygen Light"/>
                <a:sym typeface="Oxygen Light"/>
              </a:defRPr>
            </a:lvl9pPr>
          </a:lstStyle>
          <a:p>
            <a:pPr marL="0" indent="0"/>
            <a:r>
              <a:rPr lang="en-US" sz="2400" b="1" dirty="0" err="1">
                <a:solidFill>
                  <a:schemeClr val="accent3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Giảng</a:t>
            </a:r>
            <a:r>
              <a:rPr lang="en-US" sz="2400" b="1" dirty="0">
                <a:solidFill>
                  <a:schemeClr val="accent3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b="1" dirty="0" err="1">
                <a:solidFill>
                  <a:schemeClr val="accent3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viên</a:t>
            </a:r>
            <a:r>
              <a:rPr lang="en-US" sz="2400" b="1" dirty="0">
                <a:solidFill>
                  <a:schemeClr val="accent3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b="1" dirty="0" err="1">
                <a:solidFill>
                  <a:schemeClr val="accent3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hướng</a:t>
            </a:r>
            <a:r>
              <a:rPr lang="en-US" sz="2400" b="1" dirty="0">
                <a:solidFill>
                  <a:schemeClr val="accent3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b="1" dirty="0" err="1">
                <a:solidFill>
                  <a:schemeClr val="accent3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dẫn</a:t>
            </a:r>
            <a:r>
              <a:rPr lang="en-US" sz="2400" b="1" dirty="0">
                <a:solidFill>
                  <a:schemeClr val="accent3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CN. </a:t>
            </a:r>
            <a:r>
              <a:rPr lang="en-US" sz="2400" b="1" dirty="0" err="1">
                <a:solidFill>
                  <a:schemeClr val="accent3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Hồ</a:t>
            </a:r>
            <a:r>
              <a:rPr lang="en-US" sz="2400" b="1" dirty="0">
                <a:solidFill>
                  <a:schemeClr val="accent3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Thanh </a:t>
            </a:r>
            <a:r>
              <a:rPr lang="en-US" sz="2400" b="1" dirty="0" err="1">
                <a:solidFill>
                  <a:schemeClr val="accent3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Bảo</a:t>
            </a:r>
            <a:endParaRPr lang="en-US" sz="2400" b="1" dirty="0">
              <a:solidFill>
                <a:schemeClr val="accent3">
                  <a:lumMod val="5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Google Shape;173;p35">
            <a:extLst>
              <a:ext uri="{FF2B5EF4-FFF2-40B4-BE49-F238E27FC236}">
                <a16:creationId xmlns:a16="http://schemas.microsoft.com/office/drawing/2014/main" id="{80C240C2-85AF-9A13-EF18-D4628181F9E4}"/>
              </a:ext>
            </a:extLst>
          </p:cNvPr>
          <p:cNvSpPr txBox="1">
            <a:spLocks/>
          </p:cNvSpPr>
          <p:nvPr/>
        </p:nvSpPr>
        <p:spPr>
          <a:xfrm>
            <a:off x="3822579" y="2967990"/>
            <a:ext cx="4109964" cy="294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Oxygen Light"/>
              <a:buNone/>
              <a:defRPr sz="1800" b="0" i="0" u="none" strike="noStrike" cap="none">
                <a:solidFill>
                  <a:schemeClr val="lt2"/>
                </a:solidFill>
                <a:latin typeface="Oxygen"/>
                <a:ea typeface="Oxygen"/>
                <a:cs typeface="Oxygen"/>
                <a:sym typeface="Oxygen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Oxygen Light"/>
              <a:buNone/>
              <a:defRPr sz="1800" b="0" i="0" u="none" strike="noStrike" cap="none">
                <a:solidFill>
                  <a:schemeClr val="lt2"/>
                </a:solidFill>
                <a:latin typeface="Oxygen Light"/>
                <a:ea typeface="Oxygen Light"/>
                <a:cs typeface="Oxygen Light"/>
                <a:sym typeface="Oxygen Light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Oxygen Light"/>
              <a:buNone/>
              <a:defRPr sz="1800" b="0" i="0" u="none" strike="noStrike" cap="none">
                <a:solidFill>
                  <a:schemeClr val="lt2"/>
                </a:solidFill>
                <a:latin typeface="Oxygen Light"/>
                <a:ea typeface="Oxygen Light"/>
                <a:cs typeface="Oxygen Light"/>
                <a:sym typeface="Oxygen Light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Oxygen Light"/>
              <a:buNone/>
              <a:defRPr sz="1800" b="0" i="0" u="none" strike="noStrike" cap="none">
                <a:solidFill>
                  <a:schemeClr val="lt2"/>
                </a:solidFill>
                <a:latin typeface="Oxygen Light"/>
                <a:ea typeface="Oxygen Light"/>
                <a:cs typeface="Oxygen Light"/>
                <a:sym typeface="Oxygen Light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Oxygen Light"/>
              <a:buNone/>
              <a:defRPr sz="1800" b="0" i="0" u="none" strike="noStrike" cap="none">
                <a:solidFill>
                  <a:schemeClr val="lt2"/>
                </a:solidFill>
                <a:latin typeface="Oxygen Light"/>
                <a:ea typeface="Oxygen Light"/>
                <a:cs typeface="Oxygen Light"/>
                <a:sym typeface="Oxygen Light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Oxygen Light"/>
              <a:buNone/>
              <a:defRPr sz="1800" b="0" i="0" u="none" strike="noStrike" cap="none">
                <a:solidFill>
                  <a:schemeClr val="lt2"/>
                </a:solidFill>
                <a:latin typeface="Oxygen Light"/>
                <a:ea typeface="Oxygen Light"/>
                <a:cs typeface="Oxygen Light"/>
                <a:sym typeface="Oxygen Light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Oxygen Light"/>
              <a:buNone/>
              <a:defRPr sz="1800" b="0" i="0" u="none" strike="noStrike" cap="none">
                <a:solidFill>
                  <a:schemeClr val="lt2"/>
                </a:solidFill>
                <a:latin typeface="Oxygen Light"/>
                <a:ea typeface="Oxygen Light"/>
                <a:cs typeface="Oxygen Light"/>
                <a:sym typeface="Oxygen Light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Oxygen Light"/>
              <a:buNone/>
              <a:defRPr sz="1800" b="0" i="0" u="none" strike="noStrike" cap="none">
                <a:solidFill>
                  <a:schemeClr val="lt2"/>
                </a:solidFill>
                <a:latin typeface="Oxygen Light"/>
                <a:ea typeface="Oxygen Light"/>
                <a:cs typeface="Oxygen Light"/>
                <a:sym typeface="Oxygen Light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Oxygen Light"/>
              <a:buNone/>
              <a:defRPr sz="1800" b="0" i="0" u="none" strike="noStrike" cap="none">
                <a:solidFill>
                  <a:schemeClr val="lt2"/>
                </a:solidFill>
                <a:latin typeface="Oxygen Light"/>
                <a:ea typeface="Oxygen Light"/>
                <a:cs typeface="Oxygen Light"/>
                <a:sym typeface="Oxygen Light"/>
              </a:defRPr>
            </a:lvl9pPr>
          </a:lstStyle>
          <a:p>
            <a:pPr marL="0" indent="0" algn="l"/>
            <a:r>
              <a:rPr lang="en-US" b="1" dirty="0" err="1">
                <a:solidFill>
                  <a:schemeClr val="accent3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Họ</a:t>
            </a:r>
            <a:r>
              <a:rPr lang="en-US" b="1" dirty="0">
                <a:solidFill>
                  <a:schemeClr val="accent3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b="1" dirty="0" err="1">
                <a:solidFill>
                  <a:schemeClr val="accent3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và</a:t>
            </a:r>
            <a:r>
              <a:rPr lang="en-US" b="1" dirty="0">
                <a:solidFill>
                  <a:schemeClr val="accent3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b="1" dirty="0" err="1">
                <a:solidFill>
                  <a:schemeClr val="accent3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tên</a:t>
            </a:r>
            <a:r>
              <a:rPr lang="en-US" b="1" dirty="0">
                <a:solidFill>
                  <a:schemeClr val="accent3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– MSSV </a:t>
            </a:r>
            <a:r>
              <a:rPr lang="en-US" b="1" dirty="0" err="1">
                <a:solidFill>
                  <a:schemeClr val="accent3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sinh</a:t>
            </a:r>
            <a:r>
              <a:rPr lang="en-US" b="1" dirty="0">
                <a:solidFill>
                  <a:schemeClr val="accent3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b="1" dirty="0" err="1">
                <a:solidFill>
                  <a:schemeClr val="accent3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viên</a:t>
            </a:r>
            <a:r>
              <a:rPr lang="en-US" b="1" dirty="0">
                <a:solidFill>
                  <a:schemeClr val="accent3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b="1" dirty="0" err="1">
                <a:solidFill>
                  <a:schemeClr val="accent3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thực</a:t>
            </a:r>
            <a:r>
              <a:rPr lang="en-US" b="1" dirty="0">
                <a:solidFill>
                  <a:schemeClr val="accent3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b="1" dirty="0" err="1">
                <a:solidFill>
                  <a:schemeClr val="accent3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hiện</a:t>
            </a: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36"/>
          <p:cNvSpPr txBox="1">
            <a:spLocks noGrp="1"/>
          </p:cNvSpPr>
          <p:nvPr>
            <p:ph type="title"/>
          </p:nvPr>
        </p:nvSpPr>
        <p:spPr>
          <a:xfrm>
            <a:off x="0" y="141950"/>
            <a:ext cx="8942160" cy="8757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dirty="0"/>
              <a:t>CÁC MỤC CÓ TRONG BÀI THUYẾT TRÌNH</a:t>
            </a:r>
            <a:endParaRPr sz="3600" dirty="0"/>
          </a:p>
        </p:txBody>
      </p:sp>
      <p:sp>
        <p:nvSpPr>
          <p:cNvPr id="179" name="Google Shape;179;p36"/>
          <p:cNvSpPr txBox="1">
            <a:spLocks noGrp="1"/>
          </p:cNvSpPr>
          <p:nvPr>
            <p:ph type="body" idx="1"/>
          </p:nvPr>
        </p:nvSpPr>
        <p:spPr>
          <a:xfrm>
            <a:off x="140880" y="1170124"/>
            <a:ext cx="8200480" cy="120731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-US" sz="2400" b="1" dirty="0" err="1">
                <a:solidFill>
                  <a:schemeClr val="accent3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Câu</a:t>
            </a:r>
            <a:r>
              <a:rPr lang="en-US" sz="2400" b="1" dirty="0">
                <a:solidFill>
                  <a:schemeClr val="accent3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1. </a:t>
            </a:r>
            <a:r>
              <a:rPr lang="en-US" sz="2400" b="1" dirty="0" err="1">
                <a:solidFill>
                  <a:schemeClr val="accent3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Hệ</a:t>
            </a:r>
            <a:r>
              <a:rPr lang="en-US" sz="2400" b="1" dirty="0">
                <a:solidFill>
                  <a:schemeClr val="accent3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b="1" dirty="0" err="1">
                <a:solidFill>
                  <a:schemeClr val="accent3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thống</a:t>
            </a:r>
            <a:r>
              <a:rPr lang="en-US" sz="2400" b="1" dirty="0">
                <a:solidFill>
                  <a:schemeClr val="accent3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b="1" dirty="0" err="1">
                <a:solidFill>
                  <a:schemeClr val="accent3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đo</a:t>
            </a:r>
            <a:r>
              <a:rPr lang="en-US" sz="2400" b="1" dirty="0">
                <a:solidFill>
                  <a:schemeClr val="accent3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b="1" dirty="0" err="1">
                <a:solidFill>
                  <a:schemeClr val="accent3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nhiệt</a:t>
            </a:r>
            <a:r>
              <a:rPr lang="en-US" sz="2400" b="1" dirty="0">
                <a:solidFill>
                  <a:schemeClr val="accent3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b="1" dirty="0" err="1">
                <a:solidFill>
                  <a:schemeClr val="accent3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độ</a:t>
            </a:r>
            <a:r>
              <a:rPr lang="en-US" sz="2400" b="1" dirty="0">
                <a:solidFill>
                  <a:schemeClr val="accent3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b="1" dirty="0" err="1">
                <a:solidFill>
                  <a:schemeClr val="accent3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và</a:t>
            </a:r>
            <a:r>
              <a:rPr lang="en-US" sz="2400" b="1" dirty="0">
                <a:solidFill>
                  <a:schemeClr val="accent3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b="1" dirty="0" err="1">
                <a:solidFill>
                  <a:schemeClr val="accent3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độ</a:t>
            </a:r>
            <a:r>
              <a:rPr lang="en-US" sz="2400" b="1" dirty="0">
                <a:solidFill>
                  <a:schemeClr val="accent3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b="1" dirty="0" err="1">
                <a:solidFill>
                  <a:schemeClr val="accent3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ẩm</a:t>
            </a:r>
            <a:r>
              <a:rPr lang="en-US" sz="2400" b="1" dirty="0">
                <a:solidFill>
                  <a:schemeClr val="accent3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b="1" dirty="0" err="1">
                <a:solidFill>
                  <a:schemeClr val="accent3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dựa</a:t>
            </a:r>
            <a:r>
              <a:rPr lang="en-US" sz="2400" b="1" dirty="0">
                <a:solidFill>
                  <a:schemeClr val="accent3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b="1" dirty="0" err="1">
                <a:solidFill>
                  <a:schemeClr val="accent3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trên</a:t>
            </a:r>
            <a:r>
              <a:rPr lang="en-US" sz="2400" b="1" dirty="0">
                <a:solidFill>
                  <a:schemeClr val="accent3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EFR32.</a:t>
            </a:r>
            <a:endParaRPr sz="2400" b="1" dirty="0">
              <a:solidFill>
                <a:schemeClr val="accent3">
                  <a:lumMod val="5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Google Shape;179;p36">
            <a:extLst>
              <a:ext uri="{FF2B5EF4-FFF2-40B4-BE49-F238E27FC236}">
                <a16:creationId xmlns:a16="http://schemas.microsoft.com/office/drawing/2014/main" id="{C43421D9-15F5-7A56-AED7-794A928BAF15}"/>
              </a:ext>
            </a:extLst>
          </p:cNvPr>
          <p:cNvSpPr txBox="1">
            <a:spLocks/>
          </p:cNvSpPr>
          <p:nvPr/>
        </p:nvSpPr>
        <p:spPr>
          <a:xfrm>
            <a:off x="140880" y="2015046"/>
            <a:ext cx="8535760" cy="87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Oxygen"/>
              <a:buChar char="●"/>
              <a:defRPr sz="1400" b="0" i="0" u="none" strike="noStrike" cap="none">
                <a:solidFill>
                  <a:schemeClr val="lt2"/>
                </a:solidFill>
                <a:latin typeface="Oxygen"/>
                <a:ea typeface="Oxygen"/>
                <a:cs typeface="Oxygen"/>
                <a:sym typeface="Oxygen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Oxygen"/>
              <a:buChar char="○"/>
              <a:defRPr sz="1400" b="0" i="0" u="none" strike="noStrike" cap="none">
                <a:solidFill>
                  <a:schemeClr val="lt2"/>
                </a:solidFill>
                <a:latin typeface="Oxygen"/>
                <a:ea typeface="Oxygen"/>
                <a:cs typeface="Oxygen"/>
                <a:sym typeface="Oxygen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Oxygen"/>
              <a:buChar char="■"/>
              <a:defRPr sz="1400" b="0" i="0" u="none" strike="noStrike" cap="none">
                <a:solidFill>
                  <a:schemeClr val="lt2"/>
                </a:solidFill>
                <a:latin typeface="Oxygen"/>
                <a:ea typeface="Oxygen"/>
                <a:cs typeface="Oxygen"/>
                <a:sym typeface="Oxygen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Oxygen"/>
              <a:buChar char="●"/>
              <a:defRPr sz="1400" b="0" i="0" u="none" strike="noStrike" cap="none">
                <a:solidFill>
                  <a:schemeClr val="lt2"/>
                </a:solidFill>
                <a:latin typeface="Oxygen"/>
                <a:ea typeface="Oxygen"/>
                <a:cs typeface="Oxygen"/>
                <a:sym typeface="Oxygen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Oxygen"/>
              <a:buChar char="○"/>
              <a:defRPr sz="1400" b="0" i="0" u="none" strike="noStrike" cap="none">
                <a:solidFill>
                  <a:schemeClr val="lt2"/>
                </a:solidFill>
                <a:latin typeface="Oxygen"/>
                <a:ea typeface="Oxygen"/>
                <a:cs typeface="Oxygen"/>
                <a:sym typeface="Oxygen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Oxygen"/>
              <a:buChar char="■"/>
              <a:defRPr sz="1400" b="0" i="0" u="none" strike="noStrike" cap="none">
                <a:solidFill>
                  <a:schemeClr val="lt2"/>
                </a:solidFill>
                <a:latin typeface="Oxygen"/>
                <a:ea typeface="Oxygen"/>
                <a:cs typeface="Oxygen"/>
                <a:sym typeface="Oxygen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Oxygen"/>
              <a:buChar char="●"/>
              <a:defRPr sz="1400" b="0" i="0" u="none" strike="noStrike" cap="none">
                <a:solidFill>
                  <a:schemeClr val="lt2"/>
                </a:solidFill>
                <a:latin typeface="Oxygen"/>
                <a:ea typeface="Oxygen"/>
                <a:cs typeface="Oxygen"/>
                <a:sym typeface="Oxygen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Oxygen"/>
              <a:buChar char="○"/>
              <a:defRPr sz="1400" b="0" i="0" u="none" strike="noStrike" cap="none">
                <a:solidFill>
                  <a:schemeClr val="lt2"/>
                </a:solidFill>
                <a:latin typeface="Oxygen"/>
                <a:ea typeface="Oxygen"/>
                <a:cs typeface="Oxygen"/>
                <a:sym typeface="Oxygen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Font typeface="Oxygen"/>
              <a:buChar char="■"/>
              <a:defRPr sz="1400" b="0" i="0" u="none" strike="noStrike" cap="none">
                <a:solidFill>
                  <a:schemeClr val="lt2"/>
                </a:solidFill>
                <a:latin typeface="Oxygen"/>
                <a:ea typeface="Oxygen"/>
                <a:cs typeface="Oxygen"/>
                <a:sym typeface="Oxygen"/>
              </a:defRPr>
            </a:lvl9pPr>
          </a:lstStyle>
          <a:p>
            <a:pPr marL="0" indent="0">
              <a:spcAft>
                <a:spcPts val="1600"/>
              </a:spcAft>
              <a:buFont typeface="Oxygen"/>
              <a:buNone/>
            </a:pPr>
            <a:r>
              <a:rPr lang="en-US" sz="2400" b="1" dirty="0" err="1">
                <a:solidFill>
                  <a:schemeClr val="accent3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Câu</a:t>
            </a:r>
            <a:r>
              <a:rPr lang="en-US" sz="2400" b="1" dirty="0">
                <a:solidFill>
                  <a:schemeClr val="accent3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2. </a:t>
            </a:r>
            <a:r>
              <a:rPr lang="en-US" sz="2400" b="1" dirty="0" err="1">
                <a:solidFill>
                  <a:schemeClr val="accent3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Giám</a:t>
            </a:r>
            <a:r>
              <a:rPr lang="en-US" sz="2400" b="1" dirty="0">
                <a:solidFill>
                  <a:schemeClr val="accent3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b="1" dirty="0" err="1">
                <a:solidFill>
                  <a:schemeClr val="accent3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sát</a:t>
            </a:r>
            <a:r>
              <a:rPr lang="en-US" sz="2400" b="1" dirty="0">
                <a:solidFill>
                  <a:schemeClr val="accent3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b="1" dirty="0" err="1">
                <a:solidFill>
                  <a:schemeClr val="accent3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dữ</a:t>
            </a:r>
            <a:r>
              <a:rPr lang="en-US" sz="2400" b="1" dirty="0">
                <a:solidFill>
                  <a:schemeClr val="accent3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b="1" dirty="0" err="1">
                <a:solidFill>
                  <a:schemeClr val="accent3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liệu</a:t>
            </a:r>
            <a:r>
              <a:rPr lang="en-US" sz="2400" b="1" dirty="0">
                <a:solidFill>
                  <a:schemeClr val="accent3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b="1" dirty="0" err="1">
                <a:solidFill>
                  <a:schemeClr val="accent3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thông</a:t>
            </a:r>
            <a:r>
              <a:rPr lang="en-US" sz="2400" b="1" dirty="0">
                <a:solidFill>
                  <a:schemeClr val="accent3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qua PC </a:t>
            </a:r>
            <a:r>
              <a:rPr lang="en-US" sz="2400" b="1" dirty="0" err="1">
                <a:solidFill>
                  <a:schemeClr val="accent3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và</a:t>
            </a:r>
            <a:r>
              <a:rPr lang="en-US" sz="2400" b="1" dirty="0">
                <a:solidFill>
                  <a:schemeClr val="accent3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App </a:t>
            </a:r>
            <a:r>
              <a:rPr lang="en-US" sz="2400" b="1" dirty="0" err="1">
                <a:solidFill>
                  <a:schemeClr val="accent3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trên</a:t>
            </a:r>
            <a:r>
              <a:rPr lang="en-US" sz="2400" b="1" dirty="0">
                <a:solidFill>
                  <a:schemeClr val="accent3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Smart Phone.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179;p36">
            <a:extLst>
              <a:ext uri="{FF2B5EF4-FFF2-40B4-BE49-F238E27FC236}">
                <a16:creationId xmlns:a16="http://schemas.microsoft.com/office/drawing/2014/main" id="{A0004AD9-4FD3-8BFF-9EA6-9685289444C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0559" y="133804"/>
            <a:ext cx="7507157" cy="59540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-US" sz="2400" b="1" dirty="0" err="1">
                <a:solidFill>
                  <a:schemeClr val="accent3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Câu</a:t>
            </a:r>
            <a:r>
              <a:rPr lang="en-US" sz="2400" b="1" dirty="0">
                <a:solidFill>
                  <a:schemeClr val="accent3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1. </a:t>
            </a:r>
            <a:r>
              <a:rPr lang="en-US" sz="2400" b="1" dirty="0" err="1">
                <a:solidFill>
                  <a:schemeClr val="accent3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Hệ</a:t>
            </a:r>
            <a:r>
              <a:rPr lang="en-US" sz="2400" b="1" dirty="0">
                <a:solidFill>
                  <a:schemeClr val="accent3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b="1" dirty="0" err="1">
                <a:solidFill>
                  <a:schemeClr val="accent3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thống</a:t>
            </a:r>
            <a:r>
              <a:rPr lang="en-US" sz="2400" b="1" dirty="0">
                <a:solidFill>
                  <a:schemeClr val="accent3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b="1" dirty="0" err="1">
                <a:solidFill>
                  <a:schemeClr val="accent3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đo</a:t>
            </a:r>
            <a:r>
              <a:rPr lang="en-US" sz="2400" b="1" dirty="0">
                <a:solidFill>
                  <a:schemeClr val="accent3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b="1" dirty="0" err="1">
                <a:solidFill>
                  <a:schemeClr val="accent3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nhiệt</a:t>
            </a:r>
            <a:r>
              <a:rPr lang="en-US" sz="2400" b="1" dirty="0">
                <a:solidFill>
                  <a:schemeClr val="accent3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b="1" dirty="0" err="1">
                <a:solidFill>
                  <a:schemeClr val="accent3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độ</a:t>
            </a:r>
            <a:r>
              <a:rPr lang="en-US" sz="2400" b="1" dirty="0">
                <a:solidFill>
                  <a:schemeClr val="accent3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b="1" dirty="0" err="1">
                <a:solidFill>
                  <a:schemeClr val="accent3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và</a:t>
            </a:r>
            <a:r>
              <a:rPr lang="en-US" sz="2400" b="1" dirty="0">
                <a:solidFill>
                  <a:schemeClr val="accent3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b="1" dirty="0" err="1">
                <a:solidFill>
                  <a:schemeClr val="accent3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độ</a:t>
            </a:r>
            <a:r>
              <a:rPr lang="en-US" sz="2400" b="1" dirty="0">
                <a:solidFill>
                  <a:schemeClr val="accent3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b="1" dirty="0" err="1">
                <a:solidFill>
                  <a:schemeClr val="accent3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ẩm</a:t>
            </a:r>
            <a:r>
              <a:rPr lang="en-US" sz="2400" b="1" dirty="0">
                <a:solidFill>
                  <a:schemeClr val="accent3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b="1" dirty="0" err="1">
                <a:solidFill>
                  <a:schemeClr val="accent3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dựa</a:t>
            </a:r>
            <a:r>
              <a:rPr lang="en-US" sz="2400" b="1" dirty="0">
                <a:solidFill>
                  <a:schemeClr val="accent3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b="1" dirty="0" err="1">
                <a:solidFill>
                  <a:schemeClr val="accent3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trên</a:t>
            </a:r>
            <a:r>
              <a:rPr lang="en-US" sz="2400" b="1" dirty="0">
                <a:solidFill>
                  <a:schemeClr val="accent3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EFR32.</a:t>
            </a:r>
            <a:endParaRPr sz="2400" b="1" dirty="0">
              <a:solidFill>
                <a:schemeClr val="accent3">
                  <a:lumMod val="5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91342510-2C1F-4D3B-21A9-EDA52DBE0944}"/>
              </a:ext>
            </a:extLst>
          </p:cNvPr>
          <p:cNvGrpSpPr/>
          <p:nvPr/>
        </p:nvGrpSpPr>
        <p:grpSpPr>
          <a:xfrm>
            <a:off x="311298" y="823641"/>
            <a:ext cx="2664189" cy="595401"/>
            <a:chOff x="305893" y="836617"/>
            <a:chExt cx="2664189" cy="595401"/>
          </a:xfrm>
        </p:grpSpPr>
        <p:sp>
          <p:nvSpPr>
            <p:cNvPr id="12" name="Google Shape;1447;p74">
              <a:extLst>
                <a:ext uri="{FF2B5EF4-FFF2-40B4-BE49-F238E27FC236}">
                  <a16:creationId xmlns:a16="http://schemas.microsoft.com/office/drawing/2014/main" id="{F106C861-1C49-E5D4-AE97-C71E2D1A5D14}"/>
                </a:ext>
              </a:extLst>
            </p:cNvPr>
            <p:cNvSpPr/>
            <p:nvPr/>
          </p:nvSpPr>
          <p:spPr>
            <a:xfrm>
              <a:off x="305893" y="921634"/>
              <a:ext cx="411738" cy="425365"/>
            </a:xfrm>
            <a:custGeom>
              <a:avLst/>
              <a:gdLst/>
              <a:ahLst/>
              <a:cxnLst/>
              <a:rect l="l" t="t" r="r" b="b"/>
              <a:pathLst>
                <a:path w="3008" h="2157" extrusionOk="0">
                  <a:moveTo>
                    <a:pt x="0" y="0"/>
                  </a:moveTo>
                  <a:lnTo>
                    <a:pt x="729" y="1075"/>
                  </a:lnTo>
                  <a:lnTo>
                    <a:pt x="0" y="2157"/>
                  </a:lnTo>
                  <a:lnTo>
                    <a:pt x="0" y="2157"/>
                  </a:lnTo>
                  <a:lnTo>
                    <a:pt x="3008" y="10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noFill/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" name="Google Shape;179;p36">
              <a:extLst>
                <a:ext uri="{FF2B5EF4-FFF2-40B4-BE49-F238E27FC236}">
                  <a16:creationId xmlns:a16="http://schemas.microsoft.com/office/drawing/2014/main" id="{ED1D7C09-FF38-7987-7106-C9B485ACE1CD}"/>
                </a:ext>
              </a:extLst>
            </p:cNvPr>
            <p:cNvSpPr txBox="1">
              <a:spLocks/>
            </p:cNvSpPr>
            <p:nvPr/>
          </p:nvSpPr>
          <p:spPr>
            <a:xfrm>
              <a:off x="717632" y="836617"/>
              <a:ext cx="2252450" cy="59540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457200" marR="0" lvl="0" indent="-3175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400"/>
                <a:buFont typeface="Oxygen"/>
                <a:buChar char="●"/>
                <a:defRPr sz="1400" b="0" i="0" u="none" strike="noStrike" cap="none">
                  <a:solidFill>
                    <a:schemeClr val="lt2"/>
                  </a:solidFill>
                  <a:latin typeface="Oxygen"/>
                  <a:ea typeface="Oxygen"/>
                  <a:cs typeface="Oxygen"/>
                  <a:sym typeface="Oxygen"/>
                </a:defRPr>
              </a:lvl1pPr>
              <a:lvl2pPr marL="914400" marR="0" lvl="1" indent="-317500" algn="l" rtl="0">
                <a:lnSpc>
                  <a:spcPct val="115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lt2"/>
                </a:buClr>
                <a:buSzPts val="1400"/>
                <a:buFont typeface="Oxygen"/>
                <a:buChar char="○"/>
                <a:defRPr sz="1400" b="0" i="0" u="none" strike="noStrike" cap="none">
                  <a:solidFill>
                    <a:schemeClr val="lt2"/>
                  </a:solidFill>
                  <a:latin typeface="Oxygen"/>
                  <a:ea typeface="Oxygen"/>
                  <a:cs typeface="Oxygen"/>
                  <a:sym typeface="Oxygen"/>
                </a:defRPr>
              </a:lvl2pPr>
              <a:lvl3pPr marL="1371600" marR="0" lvl="2" indent="-317500" algn="l" rtl="0">
                <a:lnSpc>
                  <a:spcPct val="115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lt2"/>
                </a:buClr>
                <a:buSzPts val="1400"/>
                <a:buFont typeface="Oxygen"/>
                <a:buChar char="■"/>
                <a:defRPr sz="1400" b="0" i="0" u="none" strike="noStrike" cap="none">
                  <a:solidFill>
                    <a:schemeClr val="lt2"/>
                  </a:solidFill>
                  <a:latin typeface="Oxygen"/>
                  <a:ea typeface="Oxygen"/>
                  <a:cs typeface="Oxygen"/>
                  <a:sym typeface="Oxygen"/>
                </a:defRPr>
              </a:lvl3pPr>
              <a:lvl4pPr marL="1828800" marR="0" lvl="3" indent="-317500" algn="l" rtl="0">
                <a:lnSpc>
                  <a:spcPct val="115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lt2"/>
                </a:buClr>
                <a:buSzPts val="1400"/>
                <a:buFont typeface="Oxygen"/>
                <a:buChar char="●"/>
                <a:defRPr sz="1400" b="0" i="0" u="none" strike="noStrike" cap="none">
                  <a:solidFill>
                    <a:schemeClr val="lt2"/>
                  </a:solidFill>
                  <a:latin typeface="Oxygen"/>
                  <a:ea typeface="Oxygen"/>
                  <a:cs typeface="Oxygen"/>
                  <a:sym typeface="Oxygen"/>
                </a:defRPr>
              </a:lvl4pPr>
              <a:lvl5pPr marL="2286000" marR="0" lvl="4" indent="-317500" algn="l" rtl="0">
                <a:lnSpc>
                  <a:spcPct val="115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lt2"/>
                </a:buClr>
                <a:buSzPts val="1400"/>
                <a:buFont typeface="Oxygen"/>
                <a:buChar char="○"/>
                <a:defRPr sz="1400" b="0" i="0" u="none" strike="noStrike" cap="none">
                  <a:solidFill>
                    <a:schemeClr val="lt2"/>
                  </a:solidFill>
                  <a:latin typeface="Oxygen"/>
                  <a:ea typeface="Oxygen"/>
                  <a:cs typeface="Oxygen"/>
                  <a:sym typeface="Oxygen"/>
                </a:defRPr>
              </a:lvl5pPr>
              <a:lvl6pPr marL="2743200" marR="0" lvl="5" indent="-317500" algn="l" rtl="0">
                <a:lnSpc>
                  <a:spcPct val="115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lt2"/>
                </a:buClr>
                <a:buSzPts val="1400"/>
                <a:buFont typeface="Oxygen"/>
                <a:buChar char="■"/>
                <a:defRPr sz="1400" b="0" i="0" u="none" strike="noStrike" cap="none">
                  <a:solidFill>
                    <a:schemeClr val="lt2"/>
                  </a:solidFill>
                  <a:latin typeface="Oxygen"/>
                  <a:ea typeface="Oxygen"/>
                  <a:cs typeface="Oxygen"/>
                  <a:sym typeface="Oxygen"/>
                </a:defRPr>
              </a:lvl6pPr>
              <a:lvl7pPr marL="3200400" marR="0" lvl="6" indent="-317500" algn="l" rtl="0">
                <a:lnSpc>
                  <a:spcPct val="115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lt2"/>
                </a:buClr>
                <a:buSzPts val="1400"/>
                <a:buFont typeface="Oxygen"/>
                <a:buChar char="●"/>
                <a:defRPr sz="1400" b="0" i="0" u="none" strike="noStrike" cap="none">
                  <a:solidFill>
                    <a:schemeClr val="lt2"/>
                  </a:solidFill>
                  <a:latin typeface="Oxygen"/>
                  <a:ea typeface="Oxygen"/>
                  <a:cs typeface="Oxygen"/>
                  <a:sym typeface="Oxygen"/>
                </a:defRPr>
              </a:lvl7pPr>
              <a:lvl8pPr marL="3657600" marR="0" lvl="7" indent="-317500" algn="l" rtl="0">
                <a:lnSpc>
                  <a:spcPct val="115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lt2"/>
                </a:buClr>
                <a:buSzPts val="1400"/>
                <a:buFont typeface="Oxygen"/>
                <a:buChar char="○"/>
                <a:defRPr sz="1400" b="0" i="0" u="none" strike="noStrike" cap="none">
                  <a:solidFill>
                    <a:schemeClr val="lt2"/>
                  </a:solidFill>
                  <a:latin typeface="Oxygen"/>
                  <a:ea typeface="Oxygen"/>
                  <a:cs typeface="Oxygen"/>
                  <a:sym typeface="Oxygen"/>
                </a:defRPr>
              </a:lvl8pPr>
              <a:lvl9pPr marL="4114800" marR="0" lvl="8" indent="-317500" algn="l" rtl="0">
                <a:lnSpc>
                  <a:spcPct val="115000"/>
                </a:lnSpc>
                <a:spcBef>
                  <a:spcPts val="1600"/>
                </a:spcBef>
                <a:spcAft>
                  <a:spcPts val="1600"/>
                </a:spcAft>
                <a:buClr>
                  <a:schemeClr val="lt2"/>
                </a:buClr>
                <a:buSzPts val="1400"/>
                <a:buFont typeface="Oxygen"/>
                <a:buChar char="■"/>
                <a:defRPr sz="1400" b="0" i="0" u="none" strike="noStrike" cap="none">
                  <a:solidFill>
                    <a:schemeClr val="lt2"/>
                  </a:solidFill>
                  <a:latin typeface="Oxygen"/>
                  <a:ea typeface="Oxygen"/>
                  <a:cs typeface="Oxygen"/>
                  <a:sym typeface="Oxygen"/>
                </a:defRPr>
              </a:lvl9pPr>
            </a:lstStyle>
            <a:p>
              <a:pPr marL="0" indent="0">
                <a:spcAft>
                  <a:spcPts val="1600"/>
                </a:spcAft>
                <a:buFont typeface="Oxygen"/>
                <a:buNone/>
              </a:pPr>
              <a:r>
                <a:rPr lang="en-US" sz="2000" dirty="0">
                  <a:solidFill>
                    <a:schemeClr val="accent3">
                      <a:lumMod val="50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Sensor </a:t>
              </a:r>
              <a:r>
                <a:rPr lang="en-US" sz="2000" dirty="0" err="1">
                  <a:solidFill>
                    <a:schemeClr val="accent3">
                      <a:lumMod val="50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sử</a:t>
              </a:r>
              <a:r>
                <a:rPr lang="en-US" sz="2000" dirty="0">
                  <a:solidFill>
                    <a:schemeClr val="accent3">
                      <a:lumMod val="50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lang="en-US" sz="2000" dirty="0" err="1">
                  <a:solidFill>
                    <a:schemeClr val="accent3">
                      <a:lumMod val="50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dụng</a:t>
              </a:r>
              <a:endParaRPr lang="en-US" sz="2000" dirty="0">
                <a:solidFill>
                  <a:schemeClr val="accent3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40472BD1-27D4-6D98-02E0-B31FFBD9A404}"/>
              </a:ext>
            </a:extLst>
          </p:cNvPr>
          <p:cNvSpPr txBox="1"/>
          <p:nvPr/>
        </p:nvSpPr>
        <p:spPr>
          <a:xfrm>
            <a:off x="3690230" y="1419042"/>
            <a:ext cx="118013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effectLst/>
              </a:rPr>
              <a:t>DHT11</a:t>
            </a:r>
          </a:p>
        </p:txBody>
      </p:sp>
      <p:pic>
        <p:nvPicPr>
          <p:cNvPr id="1026" name="Picture 2" descr="Module Cảm Biến Độ Ẩm, Nhiệt Độ DHT11">
            <a:extLst>
              <a:ext uri="{FF2B5EF4-FFF2-40B4-BE49-F238E27FC236}">
                <a16:creationId xmlns:a16="http://schemas.microsoft.com/office/drawing/2014/main" id="{2852D376-9BC3-B89A-6753-F9A831F75D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1612" y="1732125"/>
            <a:ext cx="2352809" cy="23528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0" name="Google Shape;179;p36">
            <a:extLst>
              <a:ext uri="{FF2B5EF4-FFF2-40B4-BE49-F238E27FC236}">
                <a16:creationId xmlns:a16="http://schemas.microsoft.com/office/drawing/2014/main" id="{348862D4-B7B6-5D37-1CC8-3B920B5A32FB}"/>
              </a:ext>
            </a:extLst>
          </p:cNvPr>
          <p:cNvSpPr txBox="1">
            <a:spLocks/>
          </p:cNvSpPr>
          <p:nvPr/>
        </p:nvSpPr>
        <p:spPr>
          <a:xfrm>
            <a:off x="5441574" y="2686260"/>
            <a:ext cx="3702426" cy="6693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Oxygen"/>
              <a:buChar char="●"/>
              <a:defRPr sz="1400" b="0" i="0" u="none" strike="noStrike" cap="none">
                <a:solidFill>
                  <a:schemeClr val="lt2"/>
                </a:solidFill>
                <a:latin typeface="Oxygen"/>
                <a:ea typeface="Oxygen"/>
                <a:cs typeface="Oxygen"/>
                <a:sym typeface="Oxygen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Oxygen"/>
              <a:buChar char="○"/>
              <a:defRPr sz="1400" b="0" i="0" u="none" strike="noStrike" cap="none">
                <a:solidFill>
                  <a:schemeClr val="lt2"/>
                </a:solidFill>
                <a:latin typeface="Oxygen"/>
                <a:ea typeface="Oxygen"/>
                <a:cs typeface="Oxygen"/>
                <a:sym typeface="Oxygen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Oxygen"/>
              <a:buChar char="■"/>
              <a:defRPr sz="1400" b="0" i="0" u="none" strike="noStrike" cap="none">
                <a:solidFill>
                  <a:schemeClr val="lt2"/>
                </a:solidFill>
                <a:latin typeface="Oxygen"/>
                <a:ea typeface="Oxygen"/>
                <a:cs typeface="Oxygen"/>
                <a:sym typeface="Oxygen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Oxygen"/>
              <a:buChar char="●"/>
              <a:defRPr sz="1400" b="0" i="0" u="none" strike="noStrike" cap="none">
                <a:solidFill>
                  <a:schemeClr val="lt2"/>
                </a:solidFill>
                <a:latin typeface="Oxygen"/>
                <a:ea typeface="Oxygen"/>
                <a:cs typeface="Oxygen"/>
                <a:sym typeface="Oxygen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Oxygen"/>
              <a:buChar char="○"/>
              <a:defRPr sz="1400" b="0" i="0" u="none" strike="noStrike" cap="none">
                <a:solidFill>
                  <a:schemeClr val="lt2"/>
                </a:solidFill>
                <a:latin typeface="Oxygen"/>
                <a:ea typeface="Oxygen"/>
                <a:cs typeface="Oxygen"/>
                <a:sym typeface="Oxygen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Oxygen"/>
              <a:buChar char="■"/>
              <a:defRPr sz="1400" b="0" i="0" u="none" strike="noStrike" cap="none">
                <a:solidFill>
                  <a:schemeClr val="lt2"/>
                </a:solidFill>
                <a:latin typeface="Oxygen"/>
                <a:ea typeface="Oxygen"/>
                <a:cs typeface="Oxygen"/>
                <a:sym typeface="Oxygen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Oxygen"/>
              <a:buChar char="●"/>
              <a:defRPr sz="1400" b="0" i="0" u="none" strike="noStrike" cap="none">
                <a:solidFill>
                  <a:schemeClr val="lt2"/>
                </a:solidFill>
                <a:latin typeface="Oxygen"/>
                <a:ea typeface="Oxygen"/>
                <a:cs typeface="Oxygen"/>
                <a:sym typeface="Oxygen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Oxygen"/>
              <a:buChar char="○"/>
              <a:defRPr sz="1400" b="0" i="0" u="none" strike="noStrike" cap="none">
                <a:solidFill>
                  <a:schemeClr val="lt2"/>
                </a:solidFill>
                <a:latin typeface="Oxygen"/>
                <a:ea typeface="Oxygen"/>
                <a:cs typeface="Oxygen"/>
                <a:sym typeface="Oxygen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Font typeface="Oxygen"/>
              <a:buChar char="■"/>
              <a:defRPr sz="1400" b="0" i="0" u="none" strike="noStrike" cap="none">
                <a:solidFill>
                  <a:schemeClr val="lt2"/>
                </a:solidFill>
                <a:latin typeface="Oxygen"/>
                <a:ea typeface="Oxygen"/>
                <a:cs typeface="Oxygen"/>
                <a:sym typeface="Oxygen"/>
              </a:defRPr>
            </a:lvl9pPr>
          </a:lstStyle>
          <a:p>
            <a:pPr marL="0" indent="0">
              <a:spcAft>
                <a:spcPts val="1600"/>
              </a:spcAft>
              <a:buNone/>
            </a:pPr>
            <a:r>
              <a:rPr lang="en-US" sz="2000" dirty="0">
                <a:solidFill>
                  <a:schemeClr val="accent3">
                    <a:lumMod val="50000"/>
                  </a:schemeClr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Giao </a:t>
            </a:r>
            <a:r>
              <a:rPr lang="en-US" sz="2000" dirty="0" err="1">
                <a:solidFill>
                  <a:schemeClr val="accent3">
                    <a:lumMod val="50000"/>
                  </a:schemeClr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tiếp</a:t>
            </a:r>
            <a:r>
              <a:rPr lang="en-US" sz="2000" dirty="0">
                <a:solidFill>
                  <a:schemeClr val="accent3">
                    <a:lumMod val="50000"/>
                  </a:schemeClr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: Digital 1-wire</a:t>
            </a:r>
          </a:p>
          <a:p>
            <a:pPr marL="0" indent="0">
              <a:spcAft>
                <a:spcPts val="1600"/>
              </a:spcAft>
              <a:buNone/>
            </a:pPr>
            <a:endParaRPr lang="pt-BR" sz="2000" dirty="0">
              <a:solidFill>
                <a:schemeClr val="accent3">
                  <a:lumMod val="50000"/>
                </a:schemeClr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spcAft>
                <a:spcPts val="1600"/>
              </a:spcAft>
              <a:buFont typeface="Oxygen"/>
              <a:buNone/>
            </a:pPr>
            <a:endParaRPr lang="en-US" sz="2800" dirty="0">
              <a:solidFill>
                <a:schemeClr val="accent3">
                  <a:lumMod val="5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638837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F60D7810-A572-C23F-5923-E16405B54E99}"/>
              </a:ext>
            </a:extLst>
          </p:cNvPr>
          <p:cNvGrpSpPr/>
          <p:nvPr/>
        </p:nvGrpSpPr>
        <p:grpSpPr>
          <a:xfrm>
            <a:off x="213296" y="61111"/>
            <a:ext cx="7918895" cy="595401"/>
            <a:chOff x="305893" y="836615"/>
            <a:chExt cx="7918895" cy="595401"/>
          </a:xfrm>
        </p:grpSpPr>
        <p:sp>
          <p:nvSpPr>
            <p:cNvPr id="5" name="Google Shape;1447;p74">
              <a:extLst>
                <a:ext uri="{FF2B5EF4-FFF2-40B4-BE49-F238E27FC236}">
                  <a16:creationId xmlns:a16="http://schemas.microsoft.com/office/drawing/2014/main" id="{1D3072FB-BD4C-201F-3B87-FA363F34CFED}"/>
                </a:ext>
              </a:extLst>
            </p:cNvPr>
            <p:cNvSpPr/>
            <p:nvPr/>
          </p:nvSpPr>
          <p:spPr>
            <a:xfrm>
              <a:off x="305893" y="921634"/>
              <a:ext cx="411738" cy="425365"/>
            </a:xfrm>
            <a:custGeom>
              <a:avLst/>
              <a:gdLst/>
              <a:ahLst/>
              <a:cxnLst/>
              <a:rect l="l" t="t" r="r" b="b"/>
              <a:pathLst>
                <a:path w="3008" h="2157" extrusionOk="0">
                  <a:moveTo>
                    <a:pt x="0" y="0"/>
                  </a:moveTo>
                  <a:lnTo>
                    <a:pt x="729" y="1075"/>
                  </a:lnTo>
                  <a:lnTo>
                    <a:pt x="0" y="2157"/>
                  </a:lnTo>
                  <a:lnTo>
                    <a:pt x="0" y="2157"/>
                  </a:lnTo>
                  <a:lnTo>
                    <a:pt x="3008" y="10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noFill/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" name="Google Shape;179;p36">
              <a:extLst>
                <a:ext uri="{FF2B5EF4-FFF2-40B4-BE49-F238E27FC236}">
                  <a16:creationId xmlns:a16="http://schemas.microsoft.com/office/drawing/2014/main" id="{BE9D2D67-E056-0DA4-4E60-CB3ECFA8AC4C}"/>
                </a:ext>
              </a:extLst>
            </p:cNvPr>
            <p:cNvSpPr txBox="1">
              <a:spLocks/>
            </p:cNvSpPr>
            <p:nvPr/>
          </p:nvSpPr>
          <p:spPr>
            <a:xfrm>
              <a:off x="717631" y="836615"/>
              <a:ext cx="7507157" cy="59540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457200" marR="0" lvl="0" indent="-3175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400"/>
                <a:buFont typeface="Oxygen"/>
                <a:buChar char="●"/>
                <a:defRPr sz="1400" b="0" i="0" u="none" strike="noStrike" cap="none">
                  <a:solidFill>
                    <a:schemeClr val="lt2"/>
                  </a:solidFill>
                  <a:latin typeface="Oxygen"/>
                  <a:ea typeface="Oxygen"/>
                  <a:cs typeface="Oxygen"/>
                  <a:sym typeface="Oxygen"/>
                </a:defRPr>
              </a:lvl1pPr>
              <a:lvl2pPr marL="914400" marR="0" lvl="1" indent="-317500" algn="l" rtl="0">
                <a:lnSpc>
                  <a:spcPct val="115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lt2"/>
                </a:buClr>
                <a:buSzPts val="1400"/>
                <a:buFont typeface="Oxygen"/>
                <a:buChar char="○"/>
                <a:defRPr sz="1400" b="0" i="0" u="none" strike="noStrike" cap="none">
                  <a:solidFill>
                    <a:schemeClr val="lt2"/>
                  </a:solidFill>
                  <a:latin typeface="Oxygen"/>
                  <a:ea typeface="Oxygen"/>
                  <a:cs typeface="Oxygen"/>
                  <a:sym typeface="Oxygen"/>
                </a:defRPr>
              </a:lvl2pPr>
              <a:lvl3pPr marL="1371600" marR="0" lvl="2" indent="-317500" algn="l" rtl="0">
                <a:lnSpc>
                  <a:spcPct val="115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lt2"/>
                </a:buClr>
                <a:buSzPts val="1400"/>
                <a:buFont typeface="Oxygen"/>
                <a:buChar char="■"/>
                <a:defRPr sz="1400" b="0" i="0" u="none" strike="noStrike" cap="none">
                  <a:solidFill>
                    <a:schemeClr val="lt2"/>
                  </a:solidFill>
                  <a:latin typeface="Oxygen"/>
                  <a:ea typeface="Oxygen"/>
                  <a:cs typeface="Oxygen"/>
                  <a:sym typeface="Oxygen"/>
                </a:defRPr>
              </a:lvl3pPr>
              <a:lvl4pPr marL="1828800" marR="0" lvl="3" indent="-317500" algn="l" rtl="0">
                <a:lnSpc>
                  <a:spcPct val="115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lt2"/>
                </a:buClr>
                <a:buSzPts val="1400"/>
                <a:buFont typeface="Oxygen"/>
                <a:buChar char="●"/>
                <a:defRPr sz="1400" b="0" i="0" u="none" strike="noStrike" cap="none">
                  <a:solidFill>
                    <a:schemeClr val="lt2"/>
                  </a:solidFill>
                  <a:latin typeface="Oxygen"/>
                  <a:ea typeface="Oxygen"/>
                  <a:cs typeface="Oxygen"/>
                  <a:sym typeface="Oxygen"/>
                </a:defRPr>
              </a:lvl4pPr>
              <a:lvl5pPr marL="2286000" marR="0" lvl="4" indent="-317500" algn="l" rtl="0">
                <a:lnSpc>
                  <a:spcPct val="115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lt2"/>
                </a:buClr>
                <a:buSzPts val="1400"/>
                <a:buFont typeface="Oxygen"/>
                <a:buChar char="○"/>
                <a:defRPr sz="1400" b="0" i="0" u="none" strike="noStrike" cap="none">
                  <a:solidFill>
                    <a:schemeClr val="lt2"/>
                  </a:solidFill>
                  <a:latin typeface="Oxygen"/>
                  <a:ea typeface="Oxygen"/>
                  <a:cs typeface="Oxygen"/>
                  <a:sym typeface="Oxygen"/>
                </a:defRPr>
              </a:lvl5pPr>
              <a:lvl6pPr marL="2743200" marR="0" lvl="5" indent="-317500" algn="l" rtl="0">
                <a:lnSpc>
                  <a:spcPct val="115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lt2"/>
                </a:buClr>
                <a:buSzPts val="1400"/>
                <a:buFont typeface="Oxygen"/>
                <a:buChar char="■"/>
                <a:defRPr sz="1400" b="0" i="0" u="none" strike="noStrike" cap="none">
                  <a:solidFill>
                    <a:schemeClr val="lt2"/>
                  </a:solidFill>
                  <a:latin typeface="Oxygen"/>
                  <a:ea typeface="Oxygen"/>
                  <a:cs typeface="Oxygen"/>
                  <a:sym typeface="Oxygen"/>
                </a:defRPr>
              </a:lvl6pPr>
              <a:lvl7pPr marL="3200400" marR="0" lvl="6" indent="-317500" algn="l" rtl="0">
                <a:lnSpc>
                  <a:spcPct val="115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lt2"/>
                </a:buClr>
                <a:buSzPts val="1400"/>
                <a:buFont typeface="Oxygen"/>
                <a:buChar char="●"/>
                <a:defRPr sz="1400" b="0" i="0" u="none" strike="noStrike" cap="none">
                  <a:solidFill>
                    <a:schemeClr val="lt2"/>
                  </a:solidFill>
                  <a:latin typeface="Oxygen"/>
                  <a:ea typeface="Oxygen"/>
                  <a:cs typeface="Oxygen"/>
                  <a:sym typeface="Oxygen"/>
                </a:defRPr>
              </a:lvl7pPr>
              <a:lvl8pPr marL="3657600" marR="0" lvl="7" indent="-317500" algn="l" rtl="0">
                <a:lnSpc>
                  <a:spcPct val="115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lt2"/>
                </a:buClr>
                <a:buSzPts val="1400"/>
                <a:buFont typeface="Oxygen"/>
                <a:buChar char="○"/>
                <a:defRPr sz="1400" b="0" i="0" u="none" strike="noStrike" cap="none">
                  <a:solidFill>
                    <a:schemeClr val="lt2"/>
                  </a:solidFill>
                  <a:latin typeface="Oxygen"/>
                  <a:ea typeface="Oxygen"/>
                  <a:cs typeface="Oxygen"/>
                  <a:sym typeface="Oxygen"/>
                </a:defRPr>
              </a:lvl8pPr>
              <a:lvl9pPr marL="4114800" marR="0" lvl="8" indent="-317500" algn="l" rtl="0">
                <a:lnSpc>
                  <a:spcPct val="115000"/>
                </a:lnSpc>
                <a:spcBef>
                  <a:spcPts val="1600"/>
                </a:spcBef>
                <a:spcAft>
                  <a:spcPts val="1600"/>
                </a:spcAft>
                <a:buClr>
                  <a:schemeClr val="lt2"/>
                </a:buClr>
                <a:buSzPts val="1400"/>
                <a:buFont typeface="Oxygen"/>
                <a:buChar char="■"/>
                <a:defRPr sz="1400" b="0" i="0" u="none" strike="noStrike" cap="none">
                  <a:solidFill>
                    <a:schemeClr val="lt2"/>
                  </a:solidFill>
                  <a:latin typeface="Oxygen"/>
                  <a:ea typeface="Oxygen"/>
                  <a:cs typeface="Oxygen"/>
                  <a:sym typeface="Oxygen"/>
                </a:defRPr>
              </a:lvl9pPr>
            </a:lstStyle>
            <a:p>
              <a:pPr marL="0" indent="0">
                <a:spcAft>
                  <a:spcPts val="1600"/>
                </a:spcAft>
                <a:buFont typeface="Oxygen"/>
                <a:buNone/>
              </a:pPr>
              <a:r>
                <a:rPr lang="en-US" sz="2000" b="1" dirty="0" err="1">
                  <a:solidFill>
                    <a:schemeClr val="accent3">
                      <a:lumMod val="50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Sơ</a:t>
              </a:r>
              <a:r>
                <a:rPr lang="en-US" sz="2000" b="1" dirty="0">
                  <a:solidFill>
                    <a:schemeClr val="accent3">
                      <a:lumMod val="50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lang="en-US" sz="2000" b="1" dirty="0" err="1">
                  <a:solidFill>
                    <a:schemeClr val="accent3">
                      <a:lumMod val="50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đồ</a:t>
              </a:r>
              <a:r>
                <a:rPr lang="en-US" sz="2000" b="1" dirty="0">
                  <a:solidFill>
                    <a:schemeClr val="accent3">
                      <a:lumMod val="50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lang="en-US" sz="2000" b="1" dirty="0" err="1">
                  <a:solidFill>
                    <a:schemeClr val="accent3">
                      <a:lumMod val="50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khối</a:t>
              </a:r>
              <a:r>
                <a:rPr lang="en-US" sz="2000" b="1" dirty="0">
                  <a:solidFill>
                    <a:schemeClr val="accent3">
                      <a:lumMod val="50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lang="en-US" sz="2000" b="1" dirty="0" err="1">
                  <a:solidFill>
                    <a:schemeClr val="accent3">
                      <a:lumMod val="50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hệ</a:t>
              </a:r>
              <a:r>
                <a:rPr lang="en-US" sz="2000" b="1" dirty="0">
                  <a:solidFill>
                    <a:schemeClr val="accent3">
                      <a:lumMod val="50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lang="en-US" sz="2000" b="1" dirty="0" err="1">
                  <a:solidFill>
                    <a:schemeClr val="accent3">
                      <a:lumMod val="50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thống</a:t>
              </a:r>
              <a:r>
                <a:rPr lang="en-US" sz="2000" b="1" dirty="0">
                  <a:solidFill>
                    <a:schemeClr val="accent3">
                      <a:lumMod val="50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lang="en-US" sz="2000" b="1" dirty="0" err="1">
                  <a:solidFill>
                    <a:schemeClr val="accent3">
                      <a:lumMod val="50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câu</a:t>
              </a:r>
              <a:r>
                <a:rPr lang="en-US" sz="2000" b="1" dirty="0">
                  <a:solidFill>
                    <a:schemeClr val="accent3">
                      <a:lumMod val="50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1</a:t>
              </a:r>
            </a:p>
          </p:txBody>
        </p:sp>
      </p:grpSp>
      <p:sp>
        <p:nvSpPr>
          <p:cNvPr id="7" name="Rectangle 6">
            <a:extLst>
              <a:ext uri="{FF2B5EF4-FFF2-40B4-BE49-F238E27FC236}">
                <a16:creationId xmlns:a16="http://schemas.microsoft.com/office/drawing/2014/main" id="{D65002CD-5A14-B5CE-1175-DEC381ED3968}"/>
              </a:ext>
            </a:extLst>
          </p:cNvPr>
          <p:cNvSpPr/>
          <p:nvPr/>
        </p:nvSpPr>
        <p:spPr>
          <a:xfrm>
            <a:off x="2440083" y="855933"/>
            <a:ext cx="1231267" cy="59540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effectLst/>
              </a:rPr>
              <a:t>EFR32MG21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A28FFF9-475D-2EBA-E3E5-CCE69D5EC531}"/>
              </a:ext>
            </a:extLst>
          </p:cNvPr>
          <p:cNvSpPr/>
          <p:nvPr/>
        </p:nvSpPr>
        <p:spPr>
          <a:xfrm>
            <a:off x="549406" y="985891"/>
            <a:ext cx="763754" cy="33000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DHT11</a:t>
            </a:r>
            <a:endParaRPr lang="en-US" dirty="0">
              <a:effectLst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5B2DAC2-7D42-0843-D25B-4C878A0DCF9F}"/>
              </a:ext>
            </a:extLst>
          </p:cNvPr>
          <p:cNvSpPr/>
          <p:nvPr/>
        </p:nvSpPr>
        <p:spPr>
          <a:xfrm>
            <a:off x="5638461" y="855933"/>
            <a:ext cx="1429501" cy="59540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            </a:t>
            </a:r>
            <a:r>
              <a:rPr lang="en-US" dirty="0">
                <a:effectLst/>
              </a:rPr>
              <a:t>LCD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5859D92-DE71-F4AD-5187-0B7A4EEAD990}"/>
              </a:ext>
            </a:extLst>
          </p:cNvPr>
          <p:cNvCxnSpPr>
            <a:cxnSpLocks/>
            <a:stCxn id="8" idx="3"/>
            <a:endCxn id="7" idx="1"/>
          </p:cNvCxnSpPr>
          <p:nvPr/>
        </p:nvCxnSpPr>
        <p:spPr>
          <a:xfrm>
            <a:off x="1313160" y="1150895"/>
            <a:ext cx="1126923" cy="27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C797B58F-FC92-AB94-E182-5BDEB3C1F758}"/>
              </a:ext>
            </a:extLst>
          </p:cNvPr>
          <p:cNvCxnSpPr>
            <a:cxnSpLocks/>
            <a:stCxn id="7" idx="2"/>
            <a:endCxn id="34" idx="0"/>
          </p:cNvCxnSpPr>
          <p:nvPr/>
        </p:nvCxnSpPr>
        <p:spPr>
          <a:xfrm>
            <a:off x="3055717" y="1451334"/>
            <a:ext cx="0" cy="11204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ectangle 33">
            <a:extLst>
              <a:ext uri="{FF2B5EF4-FFF2-40B4-BE49-F238E27FC236}">
                <a16:creationId xmlns:a16="http://schemas.microsoft.com/office/drawing/2014/main" id="{F7056026-A532-6B38-DDF9-7F1DCC2D7A5F}"/>
              </a:ext>
            </a:extLst>
          </p:cNvPr>
          <p:cNvSpPr/>
          <p:nvPr/>
        </p:nvSpPr>
        <p:spPr>
          <a:xfrm>
            <a:off x="2826813" y="2571750"/>
            <a:ext cx="457808" cy="33000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PC</a:t>
            </a:r>
            <a:endParaRPr lang="en-US" dirty="0">
              <a:effectLst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182DED7-412C-4F17-1590-ADB34E6E4BA4}"/>
              </a:ext>
            </a:extLst>
          </p:cNvPr>
          <p:cNvSpPr txBox="1"/>
          <p:nvPr/>
        </p:nvSpPr>
        <p:spPr>
          <a:xfrm>
            <a:off x="3084802" y="1715334"/>
            <a:ext cx="71158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effectLst/>
              </a:rPr>
              <a:t>UART</a:t>
            </a: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A87FDF18-1000-1070-7626-85A5546D38FD}"/>
              </a:ext>
            </a:extLst>
          </p:cNvPr>
          <p:cNvCxnSpPr>
            <a:stCxn id="7" idx="3"/>
            <a:endCxn id="9" idx="1"/>
          </p:cNvCxnSpPr>
          <p:nvPr/>
        </p:nvCxnSpPr>
        <p:spPr>
          <a:xfrm>
            <a:off x="3671350" y="1153634"/>
            <a:ext cx="1967111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Rectangle 42">
            <a:extLst>
              <a:ext uri="{FF2B5EF4-FFF2-40B4-BE49-F238E27FC236}">
                <a16:creationId xmlns:a16="http://schemas.microsoft.com/office/drawing/2014/main" id="{24A6D735-3C05-A962-79DA-549C4D07F82F}"/>
              </a:ext>
            </a:extLst>
          </p:cNvPr>
          <p:cNvSpPr/>
          <p:nvPr/>
        </p:nvSpPr>
        <p:spPr>
          <a:xfrm>
            <a:off x="5583460" y="2654251"/>
            <a:ext cx="1539503" cy="33000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SMARTPHONE</a:t>
            </a:r>
            <a:endParaRPr lang="en-US" dirty="0">
              <a:effectLst/>
            </a:endParaRP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4F440825-D40E-DF99-AC68-D78B668D0603}"/>
              </a:ext>
            </a:extLst>
          </p:cNvPr>
          <p:cNvCxnSpPr>
            <a:cxnSpLocks/>
          </p:cNvCxnSpPr>
          <p:nvPr/>
        </p:nvCxnSpPr>
        <p:spPr>
          <a:xfrm flipH="1" flipV="1">
            <a:off x="3671350" y="1451334"/>
            <a:ext cx="2681861" cy="11732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3FBE812D-C085-A8F0-18B5-77A2CF74D174}"/>
              </a:ext>
            </a:extLst>
          </p:cNvPr>
          <p:cNvSpPr txBox="1"/>
          <p:nvPr/>
        </p:nvSpPr>
        <p:spPr>
          <a:xfrm>
            <a:off x="4897812" y="1794567"/>
            <a:ext cx="148129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effectLst/>
              </a:rPr>
              <a:t>BLE Advertising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0A322179-47E0-4BAC-04AD-C8039BD8DBC6}"/>
              </a:ext>
            </a:extLst>
          </p:cNvPr>
          <p:cNvSpPr/>
          <p:nvPr/>
        </p:nvSpPr>
        <p:spPr>
          <a:xfrm>
            <a:off x="2021270" y="4125973"/>
            <a:ext cx="2068893" cy="59540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effectLst/>
              </a:rPr>
              <a:t>SQL </a:t>
            </a:r>
            <a:r>
              <a:rPr lang="en-US" dirty="0" err="1">
                <a:effectLst/>
              </a:rPr>
              <a:t>WorkBench</a:t>
            </a:r>
            <a:endParaRPr lang="en-US" dirty="0">
              <a:effectLst/>
            </a:endParaRPr>
          </a:p>
        </p:txBody>
      </p: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B7512291-ED17-00A8-EC74-5FDA07CC45B5}"/>
              </a:ext>
            </a:extLst>
          </p:cNvPr>
          <p:cNvCxnSpPr>
            <a:cxnSpLocks/>
            <a:stCxn id="34" idx="2"/>
            <a:endCxn id="54" idx="0"/>
          </p:cNvCxnSpPr>
          <p:nvPr/>
        </p:nvCxnSpPr>
        <p:spPr>
          <a:xfrm>
            <a:off x="3055717" y="2901758"/>
            <a:ext cx="0" cy="12242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3F42AFA8-277E-FD83-6958-9962BAA19C32}"/>
              </a:ext>
            </a:extLst>
          </p:cNvPr>
          <p:cNvGrpSpPr/>
          <p:nvPr/>
        </p:nvGrpSpPr>
        <p:grpSpPr>
          <a:xfrm>
            <a:off x="75628" y="0"/>
            <a:ext cx="3744411" cy="595401"/>
            <a:chOff x="305893" y="843490"/>
            <a:chExt cx="8137436" cy="595401"/>
          </a:xfrm>
        </p:grpSpPr>
        <p:sp>
          <p:nvSpPr>
            <p:cNvPr id="10" name="Google Shape;1447;p74">
              <a:extLst>
                <a:ext uri="{FF2B5EF4-FFF2-40B4-BE49-F238E27FC236}">
                  <a16:creationId xmlns:a16="http://schemas.microsoft.com/office/drawing/2014/main" id="{043176DB-98C2-CC33-6F4F-6A266222A9FB}"/>
                </a:ext>
              </a:extLst>
            </p:cNvPr>
            <p:cNvSpPr/>
            <p:nvPr/>
          </p:nvSpPr>
          <p:spPr>
            <a:xfrm>
              <a:off x="305893" y="921634"/>
              <a:ext cx="411738" cy="425365"/>
            </a:xfrm>
            <a:custGeom>
              <a:avLst/>
              <a:gdLst/>
              <a:ahLst/>
              <a:cxnLst/>
              <a:rect l="l" t="t" r="r" b="b"/>
              <a:pathLst>
                <a:path w="3008" h="2157" extrusionOk="0">
                  <a:moveTo>
                    <a:pt x="0" y="0"/>
                  </a:moveTo>
                  <a:lnTo>
                    <a:pt x="729" y="1075"/>
                  </a:lnTo>
                  <a:lnTo>
                    <a:pt x="0" y="2157"/>
                  </a:lnTo>
                  <a:lnTo>
                    <a:pt x="0" y="2157"/>
                  </a:lnTo>
                  <a:lnTo>
                    <a:pt x="3008" y="10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noFill/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" name="Google Shape;179;p36">
              <a:extLst>
                <a:ext uri="{FF2B5EF4-FFF2-40B4-BE49-F238E27FC236}">
                  <a16:creationId xmlns:a16="http://schemas.microsoft.com/office/drawing/2014/main" id="{F9D1DA25-D748-4624-C340-B31896101EEC}"/>
                </a:ext>
              </a:extLst>
            </p:cNvPr>
            <p:cNvSpPr txBox="1">
              <a:spLocks/>
            </p:cNvSpPr>
            <p:nvPr/>
          </p:nvSpPr>
          <p:spPr>
            <a:xfrm>
              <a:off x="936173" y="843490"/>
              <a:ext cx="7507156" cy="59540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457200" marR="0" lvl="0" indent="-3175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400"/>
                <a:buFont typeface="Oxygen"/>
                <a:buChar char="●"/>
                <a:defRPr sz="1400" b="0" i="0" u="none" strike="noStrike" cap="none">
                  <a:solidFill>
                    <a:schemeClr val="lt2"/>
                  </a:solidFill>
                  <a:latin typeface="Oxygen"/>
                  <a:ea typeface="Oxygen"/>
                  <a:cs typeface="Oxygen"/>
                  <a:sym typeface="Oxygen"/>
                </a:defRPr>
              </a:lvl1pPr>
              <a:lvl2pPr marL="914400" marR="0" lvl="1" indent="-317500" algn="l" rtl="0">
                <a:lnSpc>
                  <a:spcPct val="115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lt2"/>
                </a:buClr>
                <a:buSzPts val="1400"/>
                <a:buFont typeface="Oxygen"/>
                <a:buChar char="○"/>
                <a:defRPr sz="1400" b="0" i="0" u="none" strike="noStrike" cap="none">
                  <a:solidFill>
                    <a:schemeClr val="lt2"/>
                  </a:solidFill>
                  <a:latin typeface="Oxygen"/>
                  <a:ea typeface="Oxygen"/>
                  <a:cs typeface="Oxygen"/>
                  <a:sym typeface="Oxygen"/>
                </a:defRPr>
              </a:lvl2pPr>
              <a:lvl3pPr marL="1371600" marR="0" lvl="2" indent="-317500" algn="l" rtl="0">
                <a:lnSpc>
                  <a:spcPct val="115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lt2"/>
                </a:buClr>
                <a:buSzPts val="1400"/>
                <a:buFont typeface="Oxygen"/>
                <a:buChar char="■"/>
                <a:defRPr sz="1400" b="0" i="0" u="none" strike="noStrike" cap="none">
                  <a:solidFill>
                    <a:schemeClr val="lt2"/>
                  </a:solidFill>
                  <a:latin typeface="Oxygen"/>
                  <a:ea typeface="Oxygen"/>
                  <a:cs typeface="Oxygen"/>
                  <a:sym typeface="Oxygen"/>
                </a:defRPr>
              </a:lvl3pPr>
              <a:lvl4pPr marL="1828800" marR="0" lvl="3" indent="-317500" algn="l" rtl="0">
                <a:lnSpc>
                  <a:spcPct val="115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lt2"/>
                </a:buClr>
                <a:buSzPts val="1400"/>
                <a:buFont typeface="Oxygen"/>
                <a:buChar char="●"/>
                <a:defRPr sz="1400" b="0" i="0" u="none" strike="noStrike" cap="none">
                  <a:solidFill>
                    <a:schemeClr val="lt2"/>
                  </a:solidFill>
                  <a:latin typeface="Oxygen"/>
                  <a:ea typeface="Oxygen"/>
                  <a:cs typeface="Oxygen"/>
                  <a:sym typeface="Oxygen"/>
                </a:defRPr>
              </a:lvl4pPr>
              <a:lvl5pPr marL="2286000" marR="0" lvl="4" indent="-317500" algn="l" rtl="0">
                <a:lnSpc>
                  <a:spcPct val="115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lt2"/>
                </a:buClr>
                <a:buSzPts val="1400"/>
                <a:buFont typeface="Oxygen"/>
                <a:buChar char="○"/>
                <a:defRPr sz="1400" b="0" i="0" u="none" strike="noStrike" cap="none">
                  <a:solidFill>
                    <a:schemeClr val="lt2"/>
                  </a:solidFill>
                  <a:latin typeface="Oxygen"/>
                  <a:ea typeface="Oxygen"/>
                  <a:cs typeface="Oxygen"/>
                  <a:sym typeface="Oxygen"/>
                </a:defRPr>
              </a:lvl5pPr>
              <a:lvl6pPr marL="2743200" marR="0" lvl="5" indent="-317500" algn="l" rtl="0">
                <a:lnSpc>
                  <a:spcPct val="115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lt2"/>
                </a:buClr>
                <a:buSzPts val="1400"/>
                <a:buFont typeface="Oxygen"/>
                <a:buChar char="■"/>
                <a:defRPr sz="1400" b="0" i="0" u="none" strike="noStrike" cap="none">
                  <a:solidFill>
                    <a:schemeClr val="lt2"/>
                  </a:solidFill>
                  <a:latin typeface="Oxygen"/>
                  <a:ea typeface="Oxygen"/>
                  <a:cs typeface="Oxygen"/>
                  <a:sym typeface="Oxygen"/>
                </a:defRPr>
              </a:lvl6pPr>
              <a:lvl7pPr marL="3200400" marR="0" lvl="6" indent="-317500" algn="l" rtl="0">
                <a:lnSpc>
                  <a:spcPct val="115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lt2"/>
                </a:buClr>
                <a:buSzPts val="1400"/>
                <a:buFont typeface="Oxygen"/>
                <a:buChar char="●"/>
                <a:defRPr sz="1400" b="0" i="0" u="none" strike="noStrike" cap="none">
                  <a:solidFill>
                    <a:schemeClr val="lt2"/>
                  </a:solidFill>
                  <a:latin typeface="Oxygen"/>
                  <a:ea typeface="Oxygen"/>
                  <a:cs typeface="Oxygen"/>
                  <a:sym typeface="Oxygen"/>
                </a:defRPr>
              </a:lvl7pPr>
              <a:lvl8pPr marL="3657600" marR="0" lvl="7" indent="-317500" algn="l" rtl="0">
                <a:lnSpc>
                  <a:spcPct val="115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lt2"/>
                </a:buClr>
                <a:buSzPts val="1400"/>
                <a:buFont typeface="Oxygen"/>
                <a:buChar char="○"/>
                <a:defRPr sz="1400" b="0" i="0" u="none" strike="noStrike" cap="none">
                  <a:solidFill>
                    <a:schemeClr val="lt2"/>
                  </a:solidFill>
                  <a:latin typeface="Oxygen"/>
                  <a:ea typeface="Oxygen"/>
                  <a:cs typeface="Oxygen"/>
                  <a:sym typeface="Oxygen"/>
                </a:defRPr>
              </a:lvl8pPr>
              <a:lvl9pPr marL="4114800" marR="0" lvl="8" indent="-317500" algn="l" rtl="0">
                <a:lnSpc>
                  <a:spcPct val="115000"/>
                </a:lnSpc>
                <a:spcBef>
                  <a:spcPts val="1600"/>
                </a:spcBef>
                <a:spcAft>
                  <a:spcPts val="1600"/>
                </a:spcAft>
                <a:buClr>
                  <a:schemeClr val="lt2"/>
                </a:buClr>
                <a:buSzPts val="1400"/>
                <a:buFont typeface="Oxygen"/>
                <a:buChar char="■"/>
                <a:defRPr sz="1400" b="0" i="0" u="none" strike="noStrike" cap="none">
                  <a:solidFill>
                    <a:schemeClr val="lt2"/>
                  </a:solidFill>
                  <a:latin typeface="Oxygen"/>
                  <a:ea typeface="Oxygen"/>
                  <a:cs typeface="Oxygen"/>
                  <a:sym typeface="Oxygen"/>
                </a:defRPr>
              </a:lvl9pPr>
            </a:lstStyle>
            <a:p>
              <a:pPr marL="0" indent="0">
                <a:spcAft>
                  <a:spcPts val="1600"/>
                </a:spcAft>
                <a:buFont typeface="Oxygen"/>
                <a:buNone/>
              </a:pPr>
              <a:r>
                <a:rPr lang="en-US" sz="1800" b="1" dirty="0" err="1">
                  <a:solidFill>
                    <a:schemeClr val="accent3">
                      <a:lumMod val="50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Sơ</a:t>
              </a:r>
              <a:r>
                <a:rPr lang="en-US" sz="1800" b="1" dirty="0">
                  <a:solidFill>
                    <a:schemeClr val="accent3">
                      <a:lumMod val="50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lang="en-US" sz="1800" b="1" dirty="0" err="1">
                  <a:solidFill>
                    <a:schemeClr val="accent3">
                      <a:lumMod val="50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đồ</a:t>
              </a:r>
              <a:r>
                <a:rPr lang="en-US" sz="1800" b="1" dirty="0">
                  <a:solidFill>
                    <a:schemeClr val="accent3">
                      <a:lumMod val="50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lang="en-US" sz="1800" b="1" dirty="0" err="1">
                  <a:solidFill>
                    <a:schemeClr val="accent3">
                      <a:lumMod val="50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chân</a:t>
              </a:r>
              <a:r>
                <a:rPr lang="en-US" sz="1800" b="1" dirty="0">
                  <a:solidFill>
                    <a:schemeClr val="accent3">
                      <a:lumMod val="50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lang="en-US" sz="1800" b="1" dirty="0" err="1">
                  <a:solidFill>
                    <a:schemeClr val="accent3">
                      <a:lumMod val="50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và</a:t>
              </a:r>
              <a:r>
                <a:rPr lang="en-US" sz="1800" b="1" dirty="0">
                  <a:solidFill>
                    <a:schemeClr val="accent3">
                      <a:lumMod val="50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lang="en-US" sz="1800" b="1" dirty="0" err="1">
                  <a:solidFill>
                    <a:schemeClr val="accent3">
                      <a:lumMod val="50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kết</a:t>
              </a:r>
              <a:r>
                <a:rPr lang="en-US" sz="1800" b="1" dirty="0">
                  <a:solidFill>
                    <a:schemeClr val="accent3">
                      <a:lumMod val="50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lang="en-US" sz="1800" b="1" dirty="0" err="1">
                  <a:solidFill>
                    <a:schemeClr val="accent3">
                      <a:lumMod val="50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nối</a:t>
              </a:r>
              <a:r>
                <a:rPr lang="en-US" sz="1800" b="1" dirty="0">
                  <a:solidFill>
                    <a:schemeClr val="accent3">
                      <a:lumMod val="50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lang="en-US" sz="1800" b="1" dirty="0" err="1">
                  <a:solidFill>
                    <a:schemeClr val="accent3">
                      <a:lumMod val="50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câu</a:t>
              </a:r>
              <a:r>
                <a:rPr lang="en-US" sz="1800" b="1" dirty="0">
                  <a:solidFill>
                    <a:schemeClr val="accent3">
                      <a:lumMod val="50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1</a:t>
              </a:r>
            </a:p>
          </p:txBody>
        </p:sp>
      </p:grp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7CB75774-7F20-2273-EB81-1742E111B6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724213"/>
              </p:ext>
            </p:extLst>
          </p:nvPr>
        </p:nvGraphicFramePr>
        <p:xfrm>
          <a:off x="4349702" y="2759019"/>
          <a:ext cx="3838646" cy="1112520"/>
        </p:xfrm>
        <a:graphic>
          <a:graphicData uri="http://schemas.openxmlformats.org/drawingml/2006/table">
            <a:tbl>
              <a:tblPr firstRow="1" bandRow="1">
                <a:tableStyleId>{21D29C87-760A-4E5F-891B-60428C48D5BA}</a:tableStyleId>
              </a:tblPr>
              <a:tblGrid>
                <a:gridCol w="1919323">
                  <a:extLst>
                    <a:ext uri="{9D8B030D-6E8A-4147-A177-3AD203B41FA5}">
                      <a16:colId xmlns:a16="http://schemas.microsoft.com/office/drawing/2014/main" val="1613610868"/>
                    </a:ext>
                  </a:extLst>
                </a:gridCol>
                <a:gridCol w="1919323">
                  <a:extLst>
                    <a:ext uri="{9D8B030D-6E8A-4147-A177-3AD203B41FA5}">
                      <a16:colId xmlns:a16="http://schemas.microsoft.com/office/drawing/2014/main" val="329824689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VCC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GPIO Pins 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98264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GND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GPIO Pins 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7983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GPIO Pins 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95621727"/>
                  </a:ext>
                </a:extLst>
              </a:tr>
            </a:tbl>
          </a:graphicData>
        </a:graphic>
      </p:graphicFrame>
      <p:pic>
        <p:nvPicPr>
          <p:cNvPr id="18" name="Picture 17">
            <a:extLst>
              <a:ext uri="{FF2B5EF4-FFF2-40B4-BE49-F238E27FC236}">
                <a16:creationId xmlns:a16="http://schemas.microsoft.com/office/drawing/2014/main" id="{F70BDEB2-CBB5-B52B-98AE-73B3DFC02F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584660" y="1223650"/>
            <a:ext cx="3016368" cy="4034432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22EF2717-4146-92D8-DDC7-6644426403E1}"/>
              </a:ext>
            </a:extLst>
          </p:cNvPr>
          <p:cNvSpPr/>
          <p:nvPr/>
        </p:nvSpPr>
        <p:spPr>
          <a:xfrm>
            <a:off x="4946581" y="2449175"/>
            <a:ext cx="776974" cy="2681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>
                <a:effectLst/>
              </a:rPr>
              <a:t>DHT11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BBAE7D5-7BD2-5C26-86EA-5DC6065B7D74}"/>
              </a:ext>
            </a:extLst>
          </p:cNvPr>
          <p:cNvSpPr/>
          <p:nvPr/>
        </p:nvSpPr>
        <p:spPr>
          <a:xfrm>
            <a:off x="6635703" y="2449175"/>
            <a:ext cx="1278784" cy="2681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>
                <a:effectLst/>
              </a:rPr>
              <a:t>EFR32MG21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A32A03E-559F-B260-5195-F44208671F77}"/>
              </a:ext>
            </a:extLst>
          </p:cNvPr>
          <p:cNvSpPr/>
          <p:nvPr/>
        </p:nvSpPr>
        <p:spPr>
          <a:xfrm>
            <a:off x="7040173" y="461335"/>
            <a:ext cx="469843" cy="2681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effectLst/>
              </a:rPr>
              <a:t>PC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25319849-EA6A-BFBA-C038-0B3AE7092762}"/>
              </a:ext>
            </a:extLst>
          </p:cNvPr>
          <p:cNvCxnSpPr>
            <a:cxnSpLocks/>
            <a:stCxn id="19" idx="3"/>
            <a:endCxn id="20" idx="1"/>
          </p:cNvCxnSpPr>
          <p:nvPr/>
        </p:nvCxnSpPr>
        <p:spPr>
          <a:xfrm>
            <a:off x="5723555" y="2583241"/>
            <a:ext cx="91214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287ADE36-6B85-864E-DE6A-08254320D7C6}"/>
              </a:ext>
            </a:extLst>
          </p:cNvPr>
          <p:cNvCxnSpPr>
            <a:cxnSpLocks/>
          </p:cNvCxnSpPr>
          <p:nvPr/>
        </p:nvCxnSpPr>
        <p:spPr>
          <a:xfrm>
            <a:off x="7440099" y="729467"/>
            <a:ext cx="0" cy="17197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0DF21953-1DFE-147A-6E34-900CEB4B732D}"/>
              </a:ext>
            </a:extLst>
          </p:cNvPr>
          <p:cNvSpPr txBox="1"/>
          <p:nvPr/>
        </p:nvSpPr>
        <p:spPr>
          <a:xfrm>
            <a:off x="7433230" y="748741"/>
            <a:ext cx="198007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dirty="0"/>
              <a:t>J-Link (SWD)</a:t>
            </a:r>
            <a:endParaRPr lang="en-US" dirty="0"/>
          </a:p>
          <a:p>
            <a:r>
              <a:rPr lang="en-US" dirty="0"/>
              <a:t>Upload &amp;Debug</a:t>
            </a:r>
            <a:r>
              <a:rPr lang="vi-VN" dirty="0"/>
              <a:t> </a:t>
            </a:r>
            <a:endParaRPr lang="en-US" dirty="0"/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64554147-A959-BC61-4CFE-1916180DCF62}"/>
              </a:ext>
            </a:extLst>
          </p:cNvPr>
          <p:cNvCxnSpPr>
            <a:cxnSpLocks/>
          </p:cNvCxnSpPr>
          <p:nvPr/>
        </p:nvCxnSpPr>
        <p:spPr>
          <a:xfrm flipV="1">
            <a:off x="7123845" y="729467"/>
            <a:ext cx="0" cy="17197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34185F5C-55A5-5F6C-FBE2-113C59F471B5}"/>
              </a:ext>
            </a:extLst>
          </p:cNvPr>
          <p:cNvSpPr txBox="1"/>
          <p:nvPr/>
        </p:nvSpPr>
        <p:spPr>
          <a:xfrm>
            <a:off x="4954034" y="1551758"/>
            <a:ext cx="224136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dirty="0"/>
              <a:t>Virtual COM Port (UART) 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4237EED6-3DC6-E989-3BDF-D4161353BD8F}"/>
              </a:ext>
            </a:extLst>
          </p:cNvPr>
          <p:cNvGrpSpPr/>
          <p:nvPr/>
        </p:nvGrpSpPr>
        <p:grpSpPr>
          <a:xfrm>
            <a:off x="627558" y="147512"/>
            <a:ext cx="3643850" cy="595401"/>
            <a:chOff x="305893" y="843490"/>
            <a:chExt cx="7918895" cy="595401"/>
          </a:xfrm>
        </p:grpSpPr>
        <p:sp>
          <p:nvSpPr>
            <p:cNvPr id="10" name="Google Shape;1447;p74">
              <a:extLst>
                <a:ext uri="{FF2B5EF4-FFF2-40B4-BE49-F238E27FC236}">
                  <a16:creationId xmlns:a16="http://schemas.microsoft.com/office/drawing/2014/main" id="{9E5F70AE-B2C1-0F17-9F50-F781468AF067}"/>
                </a:ext>
              </a:extLst>
            </p:cNvPr>
            <p:cNvSpPr/>
            <p:nvPr/>
          </p:nvSpPr>
          <p:spPr>
            <a:xfrm>
              <a:off x="305893" y="921634"/>
              <a:ext cx="411738" cy="425365"/>
            </a:xfrm>
            <a:custGeom>
              <a:avLst/>
              <a:gdLst/>
              <a:ahLst/>
              <a:cxnLst/>
              <a:rect l="l" t="t" r="r" b="b"/>
              <a:pathLst>
                <a:path w="3008" h="2157" extrusionOk="0">
                  <a:moveTo>
                    <a:pt x="0" y="0"/>
                  </a:moveTo>
                  <a:lnTo>
                    <a:pt x="729" y="1075"/>
                  </a:lnTo>
                  <a:lnTo>
                    <a:pt x="0" y="2157"/>
                  </a:lnTo>
                  <a:lnTo>
                    <a:pt x="0" y="2157"/>
                  </a:lnTo>
                  <a:lnTo>
                    <a:pt x="3008" y="10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noFill/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" name="Google Shape;179;p36">
              <a:extLst>
                <a:ext uri="{FF2B5EF4-FFF2-40B4-BE49-F238E27FC236}">
                  <a16:creationId xmlns:a16="http://schemas.microsoft.com/office/drawing/2014/main" id="{8917CBD8-7440-C0D3-AA3B-3A75AE938933}"/>
                </a:ext>
              </a:extLst>
            </p:cNvPr>
            <p:cNvSpPr txBox="1">
              <a:spLocks/>
            </p:cNvSpPr>
            <p:nvPr/>
          </p:nvSpPr>
          <p:spPr>
            <a:xfrm>
              <a:off x="717632" y="843490"/>
              <a:ext cx="7507156" cy="59540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457200" marR="0" lvl="0" indent="-3175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400"/>
                <a:buFont typeface="Oxygen"/>
                <a:buChar char="●"/>
                <a:defRPr sz="1400" b="0" i="0" u="none" strike="noStrike" cap="none">
                  <a:solidFill>
                    <a:schemeClr val="lt2"/>
                  </a:solidFill>
                  <a:latin typeface="Oxygen"/>
                  <a:ea typeface="Oxygen"/>
                  <a:cs typeface="Oxygen"/>
                  <a:sym typeface="Oxygen"/>
                </a:defRPr>
              </a:lvl1pPr>
              <a:lvl2pPr marL="914400" marR="0" lvl="1" indent="-317500" algn="l" rtl="0">
                <a:lnSpc>
                  <a:spcPct val="115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lt2"/>
                </a:buClr>
                <a:buSzPts val="1400"/>
                <a:buFont typeface="Oxygen"/>
                <a:buChar char="○"/>
                <a:defRPr sz="1400" b="0" i="0" u="none" strike="noStrike" cap="none">
                  <a:solidFill>
                    <a:schemeClr val="lt2"/>
                  </a:solidFill>
                  <a:latin typeface="Oxygen"/>
                  <a:ea typeface="Oxygen"/>
                  <a:cs typeface="Oxygen"/>
                  <a:sym typeface="Oxygen"/>
                </a:defRPr>
              </a:lvl2pPr>
              <a:lvl3pPr marL="1371600" marR="0" lvl="2" indent="-317500" algn="l" rtl="0">
                <a:lnSpc>
                  <a:spcPct val="115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lt2"/>
                </a:buClr>
                <a:buSzPts val="1400"/>
                <a:buFont typeface="Oxygen"/>
                <a:buChar char="■"/>
                <a:defRPr sz="1400" b="0" i="0" u="none" strike="noStrike" cap="none">
                  <a:solidFill>
                    <a:schemeClr val="lt2"/>
                  </a:solidFill>
                  <a:latin typeface="Oxygen"/>
                  <a:ea typeface="Oxygen"/>
                  <a:cs typeface="Oxygen"/>
                  <a:sym typeface="Oxygen"/>
                </a:defRPr>
              </a:lvl3pPr>
              <a:lvl4pPr marL="1828800" marR="0" lvl="3" indent="-317500" algn="l" rtl="0">
                <a:lnSpc>
                  <a:spcPct val="115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lt2"/>
                </a:buClr>
                <a:buSzPts val="1400"/>
                <a:buFont typeface="Oxygen"/>
                <a:buChar char="●"/>
                <a:defRPr sz="1400" b="0" i="0" u="none" strike="noStrike" cap="none">
                  <a:solidFill>
                    <a:schemeClr val="lt2"/>
                  </a:solidFill>
                  <a:latin typeface="Oxygen"/>
                  <a:ea typeface="Oxygen"/>
                  <a:cs typeface="Oxygen"/>
                  <a:sym typeface="Oxygen"/>
                </a:defRPr>
              </a:lvl4pPr>
              <a:lvl5pPr marL="2286000" marR="0" lvl="4" indent="-317500" algn="l" rtl="0">
                <a:lnSpc>
                  <a:spcPct val="115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lt2"/>
                </a:buClr>
                <a:buSzPts val="1400"/>
                <a:buFont typeface="Oxygen"/>
                <a:buChar char="○"/>
                <a:defRPr sz="1400" b="0" i="0" u="none" strike="noStrike" cap="none">
                  <a:solidFill>
                    <a:schemeClr val="lt2"/>
                  </a:solidFill>
                  <a:latin typeface="Oxygen"/>
                  <a:ea typeface="Oxygen"/>
                  <a:cs typeface="Oxygen"/>
                  <a:sym typeface="Oxygen"/>
                </a:defRPr>
              </a:lvl5pPr>
              <a:lvl6pPr marL="2743200" marR="0" lvl="5" indent="-317500" algn="l" rtl="0">
                <a:lnSpc>
                  <a:spcPct val="115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lt2"/>
                </a:buClr>
                <a:buSzPts val="1400"/>
                <a:buFont typeface="Oxygen"/>
                <a:buChar char="■"/>
                <a:defRPr sz="1400" b="0" i="0" u="none" strike="noStrike" cap="none">
                  <a:solidFill>
                    <a:schemeClr val="lt2"/>
                  </a:solidFill>
                  <a:latin typeface="Oxygen"/>
                  <a:ea typeface="Oxygen"/>
                  <a:cs typeface="Oxygen"/>
                  <a:sym typeface="Oxygen"/>
                </a:defRPr>
              </a:lvl6pPr>
              <a:lvl7pPr marL="3200400" marR="0" lvl="6" indent="-317500" algn="l" rtl="0">
                <a:lnSpc>
                  <a:spcPct val="115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lt2"/>
                </a:buClr>
                <a:buSzPts val="1400"/>
                <a:buFont typeface="Oxygen"/>
                <a:buChar char="●"/>
                <a:defRPr sz="1400" b="0" i="0" u="none" strike="noStrike" cap="none">
                  <a:solidFill>
                    <a:schemeClr val="lt2"/>
                  </a:solidFill>
                  <a:latin typeface="Oxygen"/>
                  <a:ea typeface="Oxygen"/>
                  <a:cs typeface="Oxygen"/>
                  <a:sym typeface="Oxygen"/>
                </a:defRPr>
              </a:lvl7pPr>
              <a:lvl8pPr marL="3657600" marR="0" lvl="7" indent="-317500" algn="l" rtl="0">
                <a:lnSpc>
                  <a:spcPct val="115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lt2"/>
                </a:buClr>
                <a:buSzPts val="1400"/>
                <a:buFont typeface="Oxygen"/>
                <a:buChar char="○"/>
                <a:defRPr sz="1400" b="0" i="0" u="none" strike="noStrike" cap="none">
                  <a:solidFill>
                    <a:schemeClr val="lt2"/>
                  </a:solidFill>
                  <a:latin typeface="Oxygen"/>
                  <a:ea typeface="Oxygen"/>
                  <a:cs typeface="Oxygen"/>
                  <a:sym typeface="Oxygen"/>
                </a:defRPr>
              </a:lvl8pPr>
              <a:lvl9pPr marL="4114800" marR="0" lvl="8" indent="-317500" algn="l" rtl="0">
                <a:lnSpc>
                  <a:spcPct val="115000"/>
                </a:lnSpc>
                <a:spcBef>
                  <a:spcPts val="1600"/>
                </a:spcBef>
                <a:spcAft>
                  <a:spcPts val="1600"/>
                </a:spcAft>
                <a:buClr>
                  <a:schemeClr val="lt2"/>
                </a:buClr>
                <a:buSzPts val="1400"/>
                <a:buFont typeface="Oxygen"/>
                <a:buChar char="■"/>
                <a:defRPr sz="1400" b="0" i="0" u="none" strike="noStrike" cap="none">
                  <a:solidFill>
                    <a:schemeClr val="lt2"/>
                  </a:solidFill>
                  <a:latin typeface="Oxygen"/>
                  <a:ea typeface="Oxygen"/>
                  <a:cs typeface="Oxygen"/>
                  <a:sym typeface="Oxygen"/>
                </a:defRPr>
              </a:lvl9pPr>
            </a:lstStyle>
            <a:p>
              <a:pPr marL="0" indent="0">
                <a:spcAft>
                  <a:spcPts val="1600"/>
                </a:spcAft>
                <a:buFont typeface="Oxygen"/>
                <a:buNone/>
              </a:pPr>
              <a:r>
                <a:rPr lang="en-US" sz="1800" b="1" dirty="0" err="1">
                  <a:solidFill>
                    <a:schemeClr val="accent3">
                      <a:lumMod val="50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Mã</a:t>
              </a:r>
              <a:r>
                <a:rPr lang="en-US" sz="1800" b="1" dirty="0">
                  <a:solidFill>
                    <a:schemeClr val="accent3">
                      <a:lumMod val="50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lang="en-US" sz="1800" b="1" dirty="0" err="1">
                  <a:solidFill>
                    <a:schemeClr val="accent3">
                      <a:lumMod val="50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nguồn</a:t>
              </a:r>
              <a:r>
                <a:rPr lang="en-US" sz="1800" b="1" dirty="0">
                  <a:solidFill>
                    <a:schemeClr val="accent3">
                      <a:lumMod val="50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:</a:t>
              </a:r>
            </a:p>
          </p:txBody>
        </p:sp>
      </p:grpSp>
      <p:pic>
        <p:nvPicPr>
          <p:cNvPr id="12" name="Picture 11" descr="A black screen with white text&#10;&#10;AI-generated content may be incorrect.">
            <a:extLst>
              <a:ext uri="{FF2B5EF4-FFF2-40B4-BE49-F238E27FC236}">
                <a16:creationId xmlns:a16="http://schemas.microsoft.com/office/drawing/2014/main" id="{3C34B2BD-D141-CDE1-1648-EA38F80E80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5205" y="898330"/>
            <a:ext cx="5236052" cy="1399917"/>
          </a:xfrm>
          <a:prstGeom prst="rect">
            <a:avLst/>
          </a:prstGeom>
        </p:spPr>
      </p:pic>
      <p:pic>
        <p:nvPicPr>
          <p:cNvPr id="13" name="Picture 12" descr="A computer screen with text and numbers&#10;&#10;AI-generated content may be incorrect.">
            <a:extLst>
              <a:ext uri="{FF2B5EF4-FFF2-40B4-BE49-F238E27FC236}">
                <a16:creationId xmlns:a16="http://schemas.microsoft.com/office/drawing/2014/main" id="{CFD46235-0EF5-CA67-6412-966CB57A9A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5205" y="2571750"/>
            <a:ext cx="6515373" cy="2198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577565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ED715041-C8A5-EB05-AB36-94BF44ADB841}"/>
              </a:ext>
            </a:extLst>
          </p:cNvPr>
          <p:cNvGrpSpPr/>
          <p:nvPr/>
        </p:nvGrpSpPr>
        <p:grpSpPr>
          <a:xfrm>
            <a:off x="659755" y="102250"/>
            <a:ext cx="3643850" cy="595401"/>
            <a:chOff x="305893" y="843490"/>
            <a:chExt cx="7918895" cy="595401"/>
          </a:xfrm>
        </p:grpSpPr>
        <p:sp>
          <p:nvSpPr>
            <p:cNvPr id="10" name="Google Shape;1447;p74">
              <a:extLst>
                <a:ext uri="{FF2B5EF4-FFF2-40B4-BE49-F238E27FC236}">
                  <a16:creationId xmlns:a16="http://schemas.microsoft.com/office/drawing/2014/main" id="{141187A3-0BAF-CC10-6435-DDEBE01D8B24}"/>
                </a:ext>
              </a:extLst>
            </p:cNvPr>
            <p:cNvSpPr/>
            <p:nvPr/>
          </p:nvSpPr>
          <p:spPr>
            <a:xfrm>
              <a:off x="305893" y="921634"/>
              <a:ext cx="411738" cy="425365"/>
            </a:xfrm>
            <a:custGeom>
              <a:avLst/>
              <a:gdLst/>
              <a:ahLst/>
              <a:cxnLst/>
              <a:rect l="l" t="t" r="r" b="b"/>
              <a:pathLst>
                <a:path w="3008" h="2157" extrusionOk="0">
                  <a:moveTo>
                    <a:pt x="0" y="0"/>
                  </a:moveTo>
                  <a:lnTo>
                    <a:pt x="729" y="1075"/>
                  </a:lnTo>
                  <a:lnTo>
                    <a:pt x="0" y="2157"/>
                  </a:lnTo>
                  <a:lnTo>
                    <a:pt x="0" y="2157"/>
                  </a:lnTo>
                  <a:lnTo>
                    <a:pt x="3008" y="10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noFill/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" name="Google Shape;179;p36">
              <a:extLst>
                <a:ext uri="{FF2B5EF4-FFF2-40B4-BE49-F238E27FC236}">
                  <a16:creationId xmlns:a16="http://schemas.microsoft.com/office/drawing/2014/main" id="{E92D67E8-392B-34C4-9560-ED09B1ECDF81}"/>
                </a:ext>
              </a:extLst>
            </p:cNvPr>
            <p:cNvSpPr txBox="1">
              <a:spLocks/>
            </p:cNvSpPr>
            <p:nvPr/>
          </p:nvSpPr>
          <p:spPr>
            <a:xfrm>
              <a:off x="717632" y="843490"/>
              <a:ext cx="7507156" cy="59540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457200" marR="0" lvl="0" indent="-3175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400"/>
                <a:buFont typeface="Oxygen"/>
                <a:buChar char="●"/>
                <a:defRPr sz="1400" b="0" i="0" u="none" strike="noStrike" cap="none">
                  <a:solidFill>
                    <a:schemeClr val="lt2"/>
                  </a:solidFill>
                  <a:latin typeface="Oxygen"/>
                  <a:ea typeface="Oxygen"/>
                  <a:cs typeface="Oxygen"/>
                  <a:sym typeface="Oxygen"/>
                </a:defRPr>
              </a:lvl1pPr>
              <a:lvl2pPr marL="914400" marR="0" lvl="1" indent="-317500" algn="l" rtl="0">
                <a:lnSpc>
                  <a:spcPct val="115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lt2"/>
                </a:buClr>
                <a:buSzPts val="1400"/>
                <a:buFont typeface="Oxygen"/>
                <a:buChar char="○"/>
                <a:defRPr sz="1400" b="0" i="0" u="none" strike="noStrike" cap="none">
                  <a:solidFill>
                    <a:schemeClr val="lt2"/>
                  </a:solidFill>
                  <a:latin typeface="Oxygen"/>
                  <a:ea typeface="Oxygen"/>
                  <a:cs typeface="Oxygen"/>
                  <a:sym typeface="Oxygen"/>
                </a:defRPr>
              </a:lvl2pPr>
              <a:lvl3pPr marL="1371600" marR="0" lvl="2" indent="-317500" algn="l" rtl="0">
                <a:lnSpc>
                  <a:spcPct val="115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lt2"/>
                </a:buClr>
                <a:buSzPts val="1400"/>
                <a:buFont typeface="Oxygen"/>
                <a:buChar char="■"/>
                <a:defRPr sz="1400" b="0" i="0" u="none" strike="noStrike" cap="none">
                  <a:solidFill>
                    <a:schemeClr val="lt2"/>
                  </a:solidFill>
                  <a:latin typeface="Oxygen"/>
                  <a:ea typeface="Oxygen"/>
                  <a:cs typeface="Oxygen"/>
                  <a:sym typeface="Oxygen"/>
                </a:defRPr>
              </a:lvl3pPr>
              <a:lvl4pPr marL="1828800" marR="0" lvl="3" indent="-317500" algn="l" rtl="0">
                <a:lnSpc>
                  <a:spcPct val="115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lt2"/>
                </a:buClr>
                <a:buSzPts val="1400"/>
                <a:buFont typeface="Oxygen"/>
                <a:buChar char="●"/>
                <a:defRPr sz="1400" b="0" i="0" u="none" strike="noStrike" cap="none">
                  <a:solidFill>
                    <a:schemeClr val="lt2"/>
                  </a:solidFill>
                  <a:latin typeface="Oxygen"/>
                  <a:ea typeface="Oxygen"/>
                  <a:cs typeface="Oxygen"/>
                  <a:sym typeface="Oxygen"/>
                </a:defRPr>
              </a:lvl4pPr>
              <a:lvl5pPr marL="2286000" marR="0" lvl="4" indent="-317500" algn="l" rtl="0">
                <a:lnSpc>
                  <a:spcPct val="115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lt2"/>
                </a:buClr>
                <a:buSzPts val="1400"/>
                <a:buFont typeface="Oxygen"/>
                <a:buChar char="○"/>
                <a:defRPr sz="1400" b="0" i="0" u="none" strike="noStrike" cap="none">
                  <a:solidFill>
                    <a:schemeClr val="lt2"/>
                  </a:solidFill>
                  <a:latin typeface="Oxygen"/>
                  <a:ea typeface="Oxygen"/>
                  <a:cs typeface="Oxygen"/>
                  <a:sym typeface="Oxygen"/>
                </a:defRPr>
              </a:lvl5pPr>
              <a:lvl6pPr marL="2743200" marR="0" lvl="5" indent="-317500" algn="l" rtl="0">
                <a:lnSpc>
                  <a:spcPct val="115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lt2"/>
                </a:buClr>
                <a:buSzPts val="1400"/>
                <a:buFont typeface="Oxygen"/>
                <a:buChar char="■"/>
                <a:defRPr sz="1400" b="0" i="0" u="none" strike="noStrike" cap="none">
                  <a:solidFill>
                    <a:schemeClr val="lt2"/>
                  </a:solidFill>
                  <a:latin typeface="Oxygen"/>
                  <a:ea typeface="Oxygen"/>
                  <a:cs typeface="Oxygen"/>
                  <a:sym typeface="Oxygen"/>
                </a:defRPr>
              </a:lvl6pPr>
              <a:lvl7pPr marL="3200400" marR="0" lvl="6" indent="-317500" algn="l" rtl="0">
                <a:lnSpc>
                  <a:spcPct val="115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lt2"/>
                </a:buClr>
                <a:buSzPts val="1400"/>
                <a:buFont typeface="Oxygen"/>
                <a:buChar char="●"/>
                <a:defRPr sz="1400" b="0" i="0" u="none" strike="noStrike" cap="none">
                  <a:solidFill>
                    <a:schemeClr val="lt2"/>
                  </a:solidFill>
                  <a:latin typeface="Oxygen"/>
                  <a:ea typeface="Oxygen"/>
                  <a:cs typeface="Oxygen"/>
                  <a:sym typeface="Oxygen"/>
                </a:defRPr>
              </a:lvl7pPr>
              <a:lvl8pPr marL="3657600" marR="0" lvl="7" indent="-317500" algn="l" rtl="0">
                <a:lnSpc>
                  <a:spcPct val="115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lt2"/>
                </a:buClr>
                <a:buSzPts val="1400"/>
                <a:buFont typeface="Oxygen"/>
                <a:buChar char="○"/>
                <a:defRPr sz="1400" b="0" i="0" u="none" strike="noStrike" cap="none">
                  <a:solidFill>
                    <a:schemeClr val="lt2"/>
                  </a:solidFill>
                  <a:latin typeface="Oxygen"/>
                  <a:ea typeface="Oxygen"/>
                  <a:cs typeface="Oxygen"/>
                  <a:sym typeface="Oxygen"/>
                </a:defRPr>
              </a:lvl8pPr>
              <a:lvl9pPr marL="4114800" marR="0" lvl="8" indent="-317500" algn="l" rtl="0">
                <a:lnSpc>
                  <a:spcPct val="115000"/>
                </a:lnSpc>
                <a:spcBef>
                  <a:spcPts val="1600"/>
                </a:spcBef>
                <a:spcAft>
                  <a:spcPts val="1600"/>
                </a:spcAft>
                <a:buClr>
                  <a:schemeClr val="lt2"/>
                </a:buClr>
                <a:buSzPts val="1400"/>
                <a:buFont typeface="Oxygen"/>
                <a:buChar char="■"/>
                <a:defRPr sz="1400" b="0" i="0" u="none" strike="noStrike" cap="none">
                  <a:solidFill>
                    <a:schemeClr val="lt2"/>
                  </a:solidFill>
                  <a:latin typeface="Oxygen"/>
                  <a:ea typeface="Oxygen"/>
                  <a:cs typeface="Oxygen"/>
                  <a:sym typeface="Oxygen"/>
                </a:defRPr>
              </a:lvl9pPr>
            </a:lstStyle>
            <a:p>
              <a:pPr marL="0" indent="0">
                <a:spcAft>
                  <a:spcPts val="1600"/>
                </a:spcAft>
                <a:buFont typeface="Oxygen"/>
                <a:buNone/>
              </a:pPr>
              <a:r>
                <a:rPr lang="en-US" sz="1800" b="1" dirty="0" err="1">
                  <a:solidFill>
                    <a:schemeClr val="accent3">
                      <a:lumMod val="50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Mã</a:t>
              </a:r>
              <a:r>
                <a:rPr lang="en-US" sz="1800" b="1" dirty="0">
                  <a:solidFill>
                    <a:schemeClr val="accent3">
                      <a:lumMod val="50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lang="en-US" sz="1800" b="1" dirty="0" err="1">
                  <a:solidFill>
                    <a:schemeClr val="accent3">
                      <a:lumMod val="50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nguồn</a:t>
              </a:r>
              <a:r>
                <a:rPr lang="en-US" sz="1800" b="1" dirty="0">
                  <a:solidFill>
                    <a:schemeClr val="accent3">
                      <a:lumMod val="50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:</a:t>
              </a:r>
            </a:p>
          </p:txBody>
        </p:sp>
      </p:grpSp>
      <p:pic>
        <p:nvPicPr>
          <p:cNvPr id="12" name="Picture 11" descr="A computer code on a black background&#10;&#10;AI-generated content may be incorrect.">
            <a:extLst>
              <a:ext uri="{FF2B5EF4-FFF2-40B4-BE49-F238E27FC236}">
                <a16:creationId xmlns:a16="http://schemas.microsoft.com/office/drawing/2014/main" id="{3A03213E-25C9-BDB3-F47A-E5DD914ED8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9897" y="1914471"/>
            <a:ext cx="7816219" cy="2384325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E9B827EC-D675-D964-AC0E-B3CB82105A2F}"/>
              </a:ext>
            </a:extLst>
          </p:cNvPr>
          <p:cNvSpPr txBox="1"/>
          <p:nvPr/>
        </p:nvSpPr>
        <p:spPr>
          <a:xfrm>
            <a:off x="3009274" y="1138214"/>
            <a:ext cx="36957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Driver DHT11</a:t>
            </a:r>
          </a:p>
        </p:txBody>
      </p:sp>
    </p:spTree>
    <p:extLst>
      <p:ext uri="{BB962C8B-B14F-4D97-AF65-F5344CB8AC3E}">
        <p14:creationId xmlns:p14="http://schemas.microsoft.com/office/powerpoint/2010/main" val="76653688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computer screen shot of a program code&#10;&#10;AI-generated content may be incorrect.">
            <a:extLst>
              <a:ext uri="{FF2B5EF4-FFF2-40B4-BE49-F238E27FC236}">
                <a16:creationId xmlns:a16="http://schemas.microsoft.com/office/drawing/2014/main" id="{D9806E5A-59FD-6283-6FD3-9C6F763B9D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9040" y="1661434"/>
            <a:ext cx="5756857" cy="3195245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FC66BAA8-F955-4FFE-8D31-A085F00A0C07}"/>
              </a:ext>
            </a:extLst>
          </p:cNvPr>
          <p:cNvGrpSpPr/>
          <p:nvPr/>
        </p:nvGrpSpPr>
        <p:grpSpPr>
          <a:xfrm>
            <a:off x="659755" y="153765"/>
            <a:ext cx="3643850" cy="595401"/>
            <a:chOff x="305893" y="843490"/>
            <a:chExt cx="7918895" cy="595401"/>
          </a:xfrm>
        </p:grpSpPr>
        <p:sp>
          <p:nvSpPr>
            <p:cNvPr id="14" name="Google Shape;1447;p74">
              <a:extLst>
                <a:ext uri="{FF2B5EF4-FFF2-40B4-BE49-F238E27FC236}">
                  <a16:creationId xmlns:a16="http://schemas.microsoft.com/office/drawing/2014/main" id="{40626F01-071B-B848-FCE0-5371FC7BB8F6}"/>
                </a:ext>
              </a:extLst>
            </p:cNvPr>
            <p:cNvSpPr/>
            <p:nvPr/>
          </p:nvSpPr>
          <p:spPr>
            <a:xfrm>
              <a:off x="305893" y="921634"/>
              <a:ext cx="411738" cy="425365"/>
            </a:xfrm>
            <a:custGeom>
              <a:avLst/>
              <a:gdLst/>
              <a:ahLst/>
              <a:cxnLst/>
              <a:rect l="l" t="t" r="r" b="b"/>
              <a:pathLst>
                <a:path w="3008" h="2157" extrusionOk="0">
                  <a:moveTo>
                    <a:pt x="0" y="0"/>
                  </a:moveTo>
                  <a:lnTo>
                    <a:pt x="729" y="1075"/>
                  </a:lnTo>
                  <a:lnTo>
                    <a:pt x="0" y="2157"/>
                  </a:lnTo>
                  <a:lnTo>
                    <a:pt x="0" y="2157"/>
                  </a:lnTo>
                  <a:lnTo>
                    <a:pt x="3008" y="10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noFill/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" name="Google Shape;179;p36">
              <a:extLst>
                <a:ext uri="{FF2B5EF4-FFF2-40B4-BE49-F238E27FC236}">
                  <a16:creationId xmlns:a16="http://schemas.microsoft.com/office/drawing/2014/main" id="{735EF87A-64FA-E63E-BE66-5B1F4B7E5763}"/>
                </a:ext>
              </a:extLst>
            </p:cNvPr>
            <p:cNvSpPr txBox="1">
              <a:spLocks/>
            </p:cNvSpPr>
            <p:nvPr/>
          </p:nvSpPr>
          <p:spPr>
            <a:xfrm>
              <a:off x="717632" y="843490"/>
              <a:ext cx="7507156" cy="59540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457200" marR="0" lvl="0" indent="-3175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400"/>
                <a:buFont typeface="Oxygen"/>
                <a:buChar char="●"/>
                <a:defRPr sz="1400" b="0" i="0" u="none" strike="noStrike" cap="none">
                  <a:solidFill>
                    <a:schemeClr val="lt2"/>
                  </a:solidFill>
                  <a:latin typeface="Oxygen"/>
                  <a:ea typeface="Oxygen"/>
                  <a:cs typeface="Oxygen"/>
                  <a:sym typeface="Oxygen"/>
                </a:defRPr>
              </a:lvl1pPr>
              <a:lvl2pPr marL="914400" marR="0" lvl="1" indent="-317500" algn="l" rtl="0">
                <a:lnSpc>
                  <a:spcPct val="115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lt2"/>
                </a:buClr>
                <a:buSzPts val="1400"/>
                <a:buFont typeface="Oxygen"/>
                <a:buChar char="○"/>
                <a:defRPr sz="1400" b="0" i="0" u="none" strike="noStrike" cap="none">
                  <a:solidFill>
                    <a:schemeClr val="lt2"/>
                  </a:solidFill>
                  <a:latin typeface="Oxygen"/>
                  <a:ea typeface="Oxygen"/>
                  <a:cs typeface="Oxygen"/>
                  <a:sym typeface="Oxygen"/>
                </a:defRPr>
              </a:lvl2pPr>
              <a:lvl3pPr marL="1371600" marR="0" lvl="2" indent="-317500" algn="l" rtl="0">
                <a:lnSpc>
                  <a:spcPct val="115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lt2"/>
                </a:buClr>
                <a:buSzPts val="1400"/>
                <a:buFont typeface="Oxygen"/>
                <a:buChar char="■"/>
                <a:defRPr sz="1400" b="0" i="0" u="none" strike="noStrike" cap="none">
                  <a:solidFill>
                    <a:schemeClr val="lt2"/>
                  </a:solidFill>
                  <a:latin typeface="Oxygen"/>
                  <a:ea typeface="Oxygen"/>
                  <a:cs typeface="Oxygen"/>
                  <a:sym typeface="Oxygen"/>
                </a:defRPr>
              </a:lvl3pPr>
              <a:lvl4pPr marL="1828800" marR="0" lvl="3" indent="-317500" algn="l" rtl="0">
                <a:lnSpc>
                  <a:spcPct val="115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lt2"/>
                </a:buClr>
                <a:buSzPts val="1400"/>
                <a:buFont typeface="Oxygen"/>
                <a:buChar char="●"/>
                <a:defRPr sz="1400" b="0" i="0" u="none" strike="noStrike" cap="none">
                  <a:solidFill>
                    <a:schemeClr val="lt2"/>
                  </a:solidFill>
                  <a:latin typeface="Oxygen"/>
                  <a:ea typeface="Oxygen"/>
                  <a:cs typeface="Oxygen"/>
                  <a:sym typeface="Oxygen"/>
                </a:defRPr>
              </a:lvl4pPr>
              <a:lvl5pPr marL="2286000" marR="0" lvl="4" indent="-317500" algn="l" rtl="0">
                <a:lnSpc>
                  <a:spcPct val="115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lt2"/>
                </a:buClr>
                <a:buSzPts val="1400"/>
                <a:buFont typeface="Oxygen"/>
                <a:buChar char="○"/>
                <a:defRPr sz="1400" b="0" i="0" u="none" strike="noStrike" cap="none">
                  <a:solidFill>
                    <a:schemeClr val="lt2"/>
                  </a:solidFill>
                  <a:latin typeface="Oxygen"/>
                  <a:ea typeface="Oxygen"/>
                  <a:cs typeface="Oxygen"/>
                  <a:sym typeface="Oxygen"/>
                </a:defRPr>
              </a:lvl5pPr>
              <a:lvl6pPr marL="2743200" marR="0" lvl="5" indent="-317500" algn="l" rtl="0">
                <a:lnSpc>
                  <a:spcPct val="115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lt2"/>
                </a:buClr>
                <a:buSzPts val="1400"/>
                <a:buFont typeface="Oxygen"/>
                <a:buChar char="■"/>
                <a:defRPr sz="1400" b="0" i="0" u="none" strike="noStrike" cap="none">
                  <a:solidFill>
                    <a:schemeClr val="lt2"/>
                  </a:solidFill>
                  <a:latin typeface="Oxygen"/>
                  <a:ea typeface="Oxygen"/>
                  <a:cs typeface="Oxygen"/>
                  <a:sym typeface="Oxygen"/>
                </a:defRPr>
              </a:lvl6pPr>
              <a:lvl7pPr marL="3200400" marR="0" lvl="6" indent="-317500" algn="l" rtl="0">
                <a:lnSpc>
                  <a:spcPct val="115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lt2"/>
                </a:buClr>
                <a:buSzPts val="1400"/>
                <a:buFont typeface="Oxygen"/>
                <a:buChar char="●"/>
                <a:defRPr sz="1400" b="0" i="0" u="none" strike="noStrike" cap="none">
                  <a:solidFill>
                    <a:schemeClr val="lt2"/>
                  </a:solidFill>
                  <a:latin typeface="Oxygen"/>
                  <a:ea typeface="Oxygen"/>
                  <a:cs typeface="Oxygen"/>
                  <a:sym typeface="Oxygen"/>
                </a:defRPr>
              </a:lvl7pPr>
              <a:lvl8pPr marL="3657600" marR="0" lvl="7" indent="-317500" algn="l" rtl="0">
                <a:lnSpc>
                  <a:spcPct val="115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lt2"/>
                </a:buClr>
                <a:buSzPts val="1400"/>
                <a:buFont typeface="Oxygen"/>
                <a:buChar char="○"/>
                <a:defRPr sz="1400" b="0" i="0" u="none" strike="noStrike" cap="none">
                  <a:solidFill>
                    <a:schemeClr val="lt2"/>
                  </a:solidFill>
                  <a:latin typeface="Oxygen"/>
                  <a:ea typeface="Oxygen"/>
                  <a:cs typeface="Oxygen"/>
                  <a:sym typeface="Oxygen"/>
                </a:defRPr>
              </a:lvl8pPr>
              <a:lvl9pPr marL="4114800" marR="0" lvl="8" indent="-317500" algn="l" rtl="0">
                <a:lnSpc>
                  <a:spcPct val="115000"/>
                </a:lnSpc>
                <a:spcBef>
                  <a:spcPts val="1600"/>
                </a:spcBef>
                <a:spcAft>
                  <a:spcPts val="1600"/>
                </a:spcAft>
                <a:buClr>
                  <a:schemeClr val="lt2"/>
                </a:buClr>
                <a:buSzPts val="1400"/>
                <a:buFont typeface="Oxygen"/>
                <a:buChar char="■"/>
                <a:defRPr sz="1400" b="0" i="0" u="none" strike="noStrike" cap="none">
                  <a:solidFill>
                    <a:schemeClr val="lt2"/>
                  </a:solidFill>
                  <a:latin typeface="Oxygen"/>
                  <a:ea typeface="Oxygen"/>
                  <a:cs typeface="Oxygen"/>
                  <a:sym typeface="Oxygen"/>
                </a:defRPr>
              </a:lvl9pPr>
            </a:lstStyle>
            <a:p>
              <a:pPr marL="0" indent="0">
                <a:spcAft>
                  <a:spcPts val="1600"/>
                </a:spcAft>
                <a:buFont typeface="Oxygen"/>
                <a:buNone/>
              </a:pPr>
              <a:r>
                <a:rPr lang="en-US" sz="1800" b="1" dirty="0" err="1">
                  <a:solidFill>
                    <a:schemeClr val="accent3">
                      <a:lumMod val="50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Mã</a:t>
              </a:r>
              <a:r>
                <a:rPr lang="en-US" sz="1800" b="1" dirty="0">
                  <a:solidFill>
                    <a:schemeClr val="accent3">
                      <a:lumMod val="50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lang="en-US" sz="1800" b="1" dirty="0" err="1">
                  <a:solidFill>
                    <a:schemeClr val="accent3">
                      <a:lumMod val="50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nguồn</a:t>
              </a:r>
              <a:r>
                <a:rPr lang="en-US" sz="1800" b="1" dirty="0">
                  <a:solidFill>
                    <a:schemeClr val="accent3">
                      <a:lumMod val="50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:</a:t>
              </a:r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49F81F4A-6434-EDEA-762E-5C06AF486B6F}"/>
              </a:ext>
            </a:extLst>
          </p:cNvPr>
          <p:cNvSpPr txBox="1"/>
          <p:nvPr/>
        </p:nvSpPr>
        <p:spPr>
          <a:xfrm>
            <a:off x="3009274" y="1138214"/>
            <a:ext cx="36957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Update Timer</a:t>
            </a:r>
          </a:p>
        </p:txBody>
      </p:sp>
    </p:spTree>
    <p:extLst>
      <p:ext uri="{BB962C8B-B14F-4D97-AF65-F5344CB8AC3E}">
        <p14:creationId xmlns:p14="http://schemas.microsoft.com/office/powerpoint/2010/main" val="30557804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screen shot of a computer code&#10;&#10;AI-generated content may be incorrect.">
            <a:extLst>
              <a:ext uri="{FF2B5EF4-FFF2-40B4-BE49-F238E27FC236}">
                <a16:creationId xmlns:a16="http://schemas.microsoft.com/office/drawing/2014/main" id="{15D4366D-2916-E6CC-4450-1C84FB1613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748" y="1387513"/>
            <a:ext cx="6915955" cy="1343292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3ECD3263-A9F3-AD8F-D92B-33F572FDBDE1}"/>
              </a:ext>
            </a:extLst>
          </p:cNvPr>
          <p:cNvGrpSpPr/>
          <p:nvPr/>
        </p:nvGrpSpPr>
        <p:grpSpPr>
          <a:xfrm>
            <a:off x="646876" y="314751"/>
            <a:ext cx="3643850" cy="595401"/>
            <a:chOff x="305893" y="843490"/>
            <a:chExt cx="7918895" cy="595401"/>
          </a:xfrm>
        </p:grpSpPr>
        <p:sp>
          <p:nvSpPr>
            <p:cNvPr id="12" name="Google Shape;1447;p74">
              <a:extLst>
                <a:ext uri="{FF2B5EF4-FFF2-40B4-BE49-F238E27FC236}">
                  <a16:creationId xmlns:a16="http://schemas.microsoft.com/office/drawing/2014/main" id="{E6EF501C-E67F-C348-9747-C49BE4987F61}"/>
                </a:ext>
              </a:extLst>
            </p:cNvPr>
            <p:cNvSpPr/>
            <p:nvPr/>
          </p:nvSpPr>
          <p:spPr>
            <a:xfrm>
              <a:off x="305893" y="921634"/>
              <a:ext cx="411738" cy="425365"/>
            </a:xfrm>
            <a:custGeom>
              <a:avLst/>
              <a:gdLst/>
              <a:ahLst/>
              <a:cxnLst/>
              <a:rect l="l" t="t" r="r" b="b"/>
              <a:pathLst>
                <a:path w="3008" h="2157" extrusionOk="0">
                  <a:moveTo>
                    <a:pt x="0" y="0"/>
                  </a:moveTo>
                  <a:lnTo>
                    <a:pt x="729" y="1075"/>
                  </a:lnTo>
                  <a:lnTo>
                    <a:pt x="0" y="2157"/>
                  </a:lnTo>
                  <a:lnTo>
                    <a:pt x="0" y="2157"/>
                  </a:lnTo>
                  <a:lnTo>
                    <a:pt x="3008" y="10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noFill/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" name="Google Shape;179;p36">
              <a:extLst>
                <a:ext uri="{FF2B5EF4-FFF2-40B4-BE49-F238E27FC236}">
                  <a16:creationId xmlns:a16="http://schemas.microsoft.com/office/drawing/2014/main" id="{2B09F4F9-D41D-0696-A31C-28A0977C71B5}"/>
                </a:ext>
              </a:extLst>
            </p:cNvPr>
            <p:cNvSpPr txBox="1">
              <a:spLocks/>
            </p:cNvSpPr>
            <p:nvPr/>
          </p:nvSpPr>
          <p:spPr>
            <a:xfrm>
              <a:off x="717632" y="843490"/>
              <a:ext cx="7507156" cy="59540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457200" marR="0" lvl="0" indent="-3175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400"/>
                <a:buFont typeface="Oxygen"/>
                <a:buChar char="●"/>
                <a:defRPr sz="1400" b="0" i="0" u="none" strike="noStrike" cap="none">
                  <a:solidFill>
                    <a:schemeClr val="lt2"/>
                  </a:solidFill>
                  <a:latin typeface="Oxygen"/>
                  <a:ea typeface="Oxygen"/>
                  <a:cs typeface="Oxygen"/>
                  <a:sym typeface="Oxygen"/>
                </a:defRPr>
              </a:lvl1pPr>
              <a:lvl2pPr marL="914400" marR="0" lvl="1" indent="-317500" algn="l" rtl="0">
                <a:lnSpc>
                  <a:spcPct val="115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lt2"/>
                </a:buClr>
                <a:buSzPts val="1400"/>
                <a:buFont typeface="Oxygen"/>
                <a:buChar char="○"/>
                <a:defRPr sz="1400" b="0" i="0" u="none" strike="noStrike" cap="none">
                  <a:solidFill>
                    <a:schemeClr val="lt2"/>
                  </a:solidFill>
                  <a:latin typeface="Oxygen"/>
                  <a:ea typeface="Oxygen"/>
                  <a:cs typeface="Oxygen"/>
                  <a:sym typeface="Oxygen"/>
                </a:defRPr>
              </a:lvl2pPr>
              <a:lvl3pPr marL="1371600" marR="0" lvl="2" indent="-317500" algn="l" rtl="0">
                <a:lnSpc>
                  <a:spcPct val="115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lt2"/>
                </a:buClr>
                <a:buSzPts val="1400"/>
                <a:buFont typeface="Oxygen"/>
                <a:buChar char="■"/>
                <a:defRPr sz="1400" b="0" i="0" u="none" strike="noStrike" cap="none">
                  <a:solidFill>
                    <a:schemeClr val="lt2"/>
                  </a:solidFill>
                  <a:latin typeface="Oxygen"/>
                  <a:ea typeface="Oxygen"/>
                  <a:cs typeface="Oxygen"/>
                  <a:sym typeface="Oxygen"/>
                </a:defRPr>
              </a:lvl3pPr>
              <a:lvl4pPr marL="1828800" marR="0" lvl="3" indent="-317500" algn="l" rtl="0">
                <a:lnSpc>
                  <a:spcPct val="115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lt2"/>
                </a:buClr>
                <a:buSzPts val="1400"/>
                <a:buFont typeface="Oxygen"/>
                <a:buChar char="●"/>
                <a:defRPr sz="1400" b="0" i="0" u="none" strike="noStrike" cap="none">
                  <a:solidFill>
                    <a:schemeClr val="lt2"/>
                  </a:solidFill>
                  <a:latin typeface="Oxygen"/>
                  <a:ea typeface="Oxygen"/>
                  <a:cs typeface="Oxygen"/>
                  <a:sym typeface="Oxygen"/>
                </a:defRPr>
              </a:lvl4pPr>
              <a:lvl5pPr marL="2286000" marR="0" lvl="4" indent="-317500" algn="l" rtl="0">
                <a:lnSpc>
                  <a:spcPct val="115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lt2"/>
                </a:buClr>
                <a:buSzPts val="1400"/>
                <a:buFont typeface="Oxygen"/>
                <a:buChar char="○"/>
                <a:defRPr sz="1400" b="0" i="0" u="none" strike="noStrike" cap="none">
                  <a:solidFill>
                    <a:schemeClr val="lt2"/>
                  </a:solidFill>
                  <a:latin typeface="Oxygen"/>
                  <a:ea typeface="Oxygen"/>
                  <a:cs typeface="Oxygen"/>
                  <a:sym typeface="Oxygen"/>
                </a:defRPr>
              </a:lvl5pPr>
              <a:lvl6pPr marL="2743200" marR="0" lvl="5" indent="-317500" algn="l" rtl="0">
                <a:lnSpc>
                  <a:spcPct val="115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lt2"/>
                </a:buClr>
                <a:buSzPts val="1400"/>
                <a:buFont typeface="Oxygen"/>
                <a:buChar char="■"/>
                <a:defRPr sz="1400" b="0" i="0" u="none" strike="noStrike" cap="none">
                  <a:solidFill>
                    <a:schemeClr val="lt2"/>
                  </a:solidFill>
                  <a:latin typeface="Oxygen"/>
                  <a:ea typeface="Oxygen"/>
                  <a:cs typeface="Oxygen"/>
                  <a:sym typeface="Oxygen"/>
                </a:defRPr>
              </a:lvl6pPr>
              <a:lvl7pPr marL="3200400" marR="0" lvl="6" indent="-317500" algn="l" rtl="0">
                <a:lnSpc>
                  <a:spcPct val="115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lt2"/>
                </a:buClr>
                <a:buSzPts val="1400"/>
                <a:buFont typeface="Oxygen"/>
                <a:buChar char="●"/>
                <a:defRPr sz="1400" b="0" i="0" u="none" strike="noStrike" cap="none">
                  <a:solidFill>
                    <a:schemeClr val="lt2"/>
                  </a:solidFill>
                  <a:latin typeface="Oxygen"/>
                  <a:ea typeface="Oxygen"/>
                  <a:cs typeface="Oxygen"/>
                  <a:sym typeface="Oxygen"/>
                </a:defRPr>
              </a:lvl7pPr>
              <a:lvl8pPr marL="3657600" marR="0" lvl="7" indent="-317500" algn="l" rtl="0">
                <a:lnSpc>
                  <a:spcPct val="115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lt2"/>
                </a:buClr>
                <a:buSzPts val="1400"/>
                <a:buFont typeface="Oxygen"/>
                <a:buChar char="○"/>
                <a:defRPr sz="1400" b="0" i="0" u="none" strike="noStrike" cap="none">
                  <a:solidFill>
                    <a:schemeClr val="lt2"/>
                  </a:solidFill>
                  <a:latin typeface="Oxygen"/>
                  <a:ea typeface="Oxygen"/>
                  <a:cs typeface="Oxygen"/>
                  <a:sym typeface="Oxygen"/>
                </a:defRPr>
              </a:lvl8pPr>
              <a:lvl9pPr marL="4114800" marR="0" lvl="8" indent="-317500" algn="l" rtl="0">
                <a:lnSpc>
                  <a:spcPct val="115000"/>
                </a:lnSpc>
                <a:spcBef>
                  <a:spcPts val="1600"/>
                </a:spcBef>
                <a:spcAft>
                  <a:spcPts val="1600"/>
                </a:spcAft>
                <a:buClr>
                  <a:schemeClr val="lt2"/>
                </a:buClr>
                <a:buSzPts val="1400"/>
                <a:buFont typeface="Oxygen"/>
                <a:buChar char="■"/>
                <a:defRPr sz="1400" b="0" i="0" u="none" strike="noStrike" cap="none">
                  <a:solidFill>
                    <a:schemeClr val="lt2"/>
                  </a:solidFill>
                  <a:latin typeface="Oxygen"/>
                  <a:ea typeface="Oxygen"/>
                  <a:cs typeface="Oxygen"/>
                  <a:sym typeface="Oxygen"/>
                </a:defRPr>
              </a:lvl9pPr>
            </a:lstStyle>
            <a:p>
              <a:pPr marL="0" indent="0">
                <a:spcAft>
                  <a:spcPts val="1600"/>
                </a:spcAft>
                <a:buFont typeface="Oxygen"/>
                <a:buNone/>
              </a:pPr>
              <a:r>
                <a:rPr lang="en-US" sz="1800" b="1" dirty="0" err="1">
                  <a:solidFill>
                    <a:schemeClr val="accent3">
                      <a:lumMod val="50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Mã</a:t>
              </a:r>
              <a:r>
                <a:rPr lang="en-US" sz="1800" b="1" dirty="0">
                  <a:solidFill>
                    <a:schemeClr val="accent3">
                      <a:lumMod val="50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lang="en-US" sz="1800" b="1" dirty="0" err="1">
                  <a:solidFill>
                    <a:schemeClr val="accent3">
                      <a:lumMod val="50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nguồn</a:t>
              </a:r>
              <a:r>
                <a:rPr lang="en-US" sz="1800" b="1" dirty="0">
                  <a:solidFill>
                    <a:schemeClr val="accent3">
                      <a:lumMod val="50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:</a:t>
              </a:r>
            </a:p>
          </p:txBody>
        </p:sp>
      </p:grpSp>
      <p:pic>
        <p:nvPicPr>
          <p:cNvPr id="15" name="Picture 14">
            <a:extLst>
              <a:ext uri="{FF2B5EF4-FFF2-40B4-BE49-F238E27FC236}">
                <a16:creationId xmlns:a16="http://schemas.microsoft.com/office/drawing/2014/main" id="{6972C72F-ABE7-A602-FF3E-7FAD316CE7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748" y="3525001"/>
            <a:ext cx="6956848" cy="771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643702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27215578-5391-544B-D2D9-E537EED33EF3}"/>
              </a:ext>
            </a:extLst>
          </p:cNvPr>
          <p:cNvGrpSpPr/>
          <p:nvPr/>
        </p:nvGrpSpPr>
        <p:grpSpPr>
          <a:xfrm>
            <a:off x="213296" y="61111"/>
            <a:ext cx="7918895" cy="595401"/>
            <a:chOff x="305893" y="836615"/>
            <a:chExt cx="7918895" cy="595401"/>
          </a:xfrm>
        </p:grpSpPr>
        <p:sp>
          <p:nvSpPr>
            <p:cNvPr id="17" name="Google Shape;1447;p74">
              <a:extLst>
                <a:ext uri="{FF2B5EF4-FFF2-40B4-BE49-F238E27FC236}">
                  <a16:creationId xmlns:a16="http://schemas.microsoft.com/office/drawing/2014/main" id="{653FBBDC-9493-0C2F-FDE1-0F2692B671BE}"/>
                </a:ext>
              </a:extLst>
            </p:cNvPr>
            <p:cNvSpPr/>
            <p:nvPr/>
          </p:nvSpPr>
          <p:spPr>
            <a:xfrm>
              <a:off x="305893" y="921634"/>
              <a:ext cx="411738" cy="425365"/>
            </a:xfrm>
            <a:custGeom>
              <a:avLst/>
              <a:gdLst/>
              <a:ahLst/>
              <a:cxnLst/>
              <a:rect l="l" t="t" r="r" b="b"/>
              <a:pathLst>
                <a:path w="3008" h="2157" extrusionOk="0">
                  <a:moveTo>
                    <a:pt x="0" y="0"/>
                  </a:moveTo>
                  <a:lnTo>
                    <a:pt x="729" y="1075"/>
                  </a:lnTo>
                  <a:lnTo>
                    <a:pt x="0" y="2157"/>
                  </a:lnTo>
                  <a:lnTo>
                    <a:pt x="0" y="2157"/>
                  </a:lnTo>
                  <a:lnTo>
                    <a:pt x="3008" y="10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noFill/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" name="Google Shape;179;p36">
              <a:extLst>
                <a:ext uri="{FF2B5EF4-FFF2-40B4-BE49-F238E27FC236}">
                  <a16:creationId xmlns:a16="http://schemas.microsoft.com/office/drawing/2014/main" id="{802FF60C-D5D4-1010-8AB0-6CB14B5E6299}"/>
                </a:ext>
              </a:extLst>
            </p:cNvPr>
            <p:cNvSpPr txBox="1">
              <a:spLocks/>
            </p:cNvSpPr>
            <p:nvPr/>
          </p:nvSpPr>
          <p:spPr>
            <a:xfrm>
              <a:off x="717631" y="836615"/>
              <a:ext cx="7507157" cy="59540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457200" marR="0" lvl="0" indent="-3175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400"/>
                <a:buFont typeface="Oxygen"/>
                <a:buChar char="●"/>
                <a:defRPr sz="1400" b="0" i="0" u="none" strike="noStrike" cap="none">
                  <a:solidFill>
                    <a:schemeClr val="lt2"/>
                  </a:solidFill>
                  <a:latin typeface="Oxygen"/>
                  <a:ea typeface="Oxygen"/>
                  <a:cs typeface="Oxygen"/>
                  <a:sym typeface="Oxygen"/>
                </a:defRPr>
              </a:lvl1pPr>
              <a:lvl2pPr marL="914400" marR="0" lvl="1" indent="-317500" algn="l" rtl="0">
                <a:lnSpc>
                  <a:spcPct val="115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lt2"/>
                </a:buClr>
                <a:buSzPts val="1400"/>
                <a:buFont typeface="Oxygen"/>
                <a:buChar char="○"/>
                <a:defRPr sz="1400" b="0" i="0" u="none" strike="noStrike" cap="none">
                  <a:solidFill>
                    <a:schemeClr val="lt2"/>
                  </a:solidFill>
                  <a:latin typeface="Oxygen"/>
                  <a:ea typeface="Oxygen"/>
                  <a:cs typeface="Oxygen"/>
                  <a:sym typeface="Oxygen"/>
                </a:defRPr>
              </a:lvl2pPr>
              <a:lvl3pPr marL="1371600" marR="0" lvl="2" indent="-317500" algn="l" rtl="0">
                <a:lnSpc>
                  <a:spcPct val="115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lt2"/>
                </a:buClr>
                <a:buSzPts val="1400"/>
                <a:buFont typeface="Oxygen"/>
                <a:buChar char="■"/>
                <a:defRPr sz="1400" b="0" i="0" u="none" strike="noStrike" cap="none">
                  <a:solidFill>
                    <a:schemeClr val="lt2"/>
                  </a:solidFill>
                  <a:latin typeface="Oxygen"/>
                  <a:ea typeface="Oxygen"/>
                  <a:cs typeface="Oxygen"/>
                  <a:sym typeface="Oxygen"/>
                </a:defRPr>
              </a:lvl3pPr>
              <a:lvl4pPr marL="1828800" marR="0" lvl="3" indent="-317500" algn="l" rtl="0">
                <a:lnSpc>
                  <a:spcPct val="115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lt2"/>
                </a:buClr>
                <a:buSzPts val="1400"/>
                <a:buFont typeface="Oxygen"/>
                <a:buChar char="●"/>
                <a:defRPr sz="1400" b="0" i="0" u="none" strike="noStrike" cap="none">
                  <a:solidFill>
                    <a:schemeClr val="lt2"/>
                  </a:solidFill>
                  <a:latin typeface="Oxygen"/>
                  <a:ea typeface="Oxygen"/>
                  <a:cs typeface="Oxygen"/>
                  <a:sym typeface="Oxygen"/>
                </a:defRPr>
              </a:lvl4pPr>
              <a:lvl5pPr marL="2286000" marR="0" lvl="4" indent="-317500" algn="l" rtl="0">
                <a:lnSpc>
                  <a:spcPct val="115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lt2"/>
                </a:buClr>
                <a:buSzPts val="1400"/>
                <a:buFont typeface="Oxygen"/>
                <a:buChar char="○"/>
                <a:defRPr sz="1400" b="0" i="0" u="none" strike="noStrike" cap="none">
                  <a:solidFill>
                    <a:schemeClr val="lt2"/>
                  </a:solidFill>
                  <a:latin typeface="Oxygen"/>
                  <a:ea typeface="Oxygen"/>
                  <a:cs typeface="Oxygen"/>
                  <a:sym typeface="Oxygen"/>
                </a:defRPr>
              </a:lvl5pPr>
              <a:lvl6pPr marL="2743200" marR="0" lvl="5" indent="-317500" algn="l" rtl="0">
                <a:lnSpc>
                  <a:spcPct val="115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lt2"/>
                </a:buClr>
                <a:buSzPts val="1400"/>
                <a:buFont typeface="Oxygen"/>
                <a:buChar char="■"/>
                <a:defRPr sz="1400" b="0" i="0" u="none" strike="noStrike" cap="none">
                  <a:solidFill>
                    <a:schemeClr val="lt2"/>
                  </a:solidFill>
                  <a:latin typeface="Oxygen"/>
                  <a:ea typeface="Oxygen"/>
                  <a:cs typeface="Oxygen"/>
                  <a:sym typeface="Oxygen"/>
                </a:defRPr>
              </a:lvl6pPr>
              <a:lvl7pPr marL="3200400" marR="0" lvl="6" indent="-317500" algn="l" rtl="0">
                <a:lnSpc>
                  <a:spcPct val="115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lt2"/>
                </a:buClr>
                <a:buSzPts val="1400"/>
                <a:buFont typeface="Oxygen"/>
                <a:buChar char="●"/>
                <a:defRPr sz="1400" b="0" i="0" u="none" strike="noStrike" cap="none">
                  <a:solidFill>
                    <a:schemeClr val="lt2"/>
                  </a:solidFill>
                  <a:latin typeface="Oxygen"/>
                  <a:ea typeface="Oxygen"/>
                  <a:cs typeface="Oxygen"/>
                  <a:sym typeface="Oxygen"/>
                </a:defRPr>
              </a:lvl7pPr>
              <a:lvl8pPr marL="3657600" marR="0" lvl="7" indent="-317500" algn="l" rtl="0">
                <a:lnSpc>
                  <a:spcPct val="115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lt2"/>
                </a:buClr>
                <a:buSzPts val="1400"/>
                <a:buFont typeface="Oxygen"/>
                <a:buChar char="○"/>
                <a:defRPr sz="1400" b="0" i="0" u="none" strike="noStrike" cap="none">
                  <a:solidFill>
                    <a:schemeClr val="lt2"/>
                  </a:solidFill>
                  <a:latin typeface="Oxygen"/>
                  <a:ea typeface="Oxygen"/>
                  <a:cs typeface="Oxygen"/>
                  <a:sym typeface="Oxygen"/>
                </a:defRPr>
              </a:lvl8pPr>
              <a:lvl9pPr marL="4114800" marR="0" lvl="8" indent="-317500" algn="l" rtl="0">
                <a:lnSpc>
                  <a:spcPct val="115000"/>
                </a:lnSpc>
                <a:spcBef>
                  <a:spcPts val="1600"/>
                </a:spcBef>
                <a:spcAft>
                  <a:spcPts val="1600"/>
                </a:spcAft>
                <a:buClr>
                  <a:schemeClr val="lt2"/>
                </a:buClr>
                <a:buSzPts val="1400"/>
                <a:buFont typeface="Oxygen"/>
                <a:buChar char="■"/>
                <a:defRPr sz="1400" b="0" i="0" u="none" strike="noStrike" cap="none">
                  <a:solidFill>
                    <a:schemeClr val="lt2"/>
                  </a:solidFill>
                  <a:latin typeface="Oxygen"/>
                  <a:ea typeface="Oxygen"/>
                  <a:cs typeface="Oxygen"/>
                  <a:sym typeface="Oxygen"/>
                </a:defRPr>
              </a:lvl9pPr>
            </a:lstStyle>
            <a:p>
              <a:pPr marL="0" indent="0">
                <a:spcAft>
                  <a:spcPts val="1600"/>
                </a:spcAft>
                <a:buFont typeface="Oxygen"/>
                <a:buNone/>
              </a:pPr>
              <a:r>
                <a:rPr lang="en-US" sz="2000" b="1" dirty="0" err="1">
                  <a:solidFill>
                    <a:schemeClr val="accent3">
                      <a:lumMod val="50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Cơ</a:t>
              </a:r>
              <a:r>
                <a:rPr lang="en-US" sz="2000" b="1" dirty="0">
                  <a:solidFill>
                    <a:schemeClr val="accent3">
                      <a:lumMod val="50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lang="en-US" sz="2000" b="1" dirty="0" err="1">
                  <a:solidFill>
                    <a:schemeClr val="accent3">
                      <a:lumMod val="50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sở</a:t>
              </a:r>
              <a:r>
                <a:rPr lang="en-US" sz="2000" b="1" dirty="0">
                  <a:solidFill>
                    <a:schemeClr val="accent3">
                      <a:lumMod val="50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lang="en-US" sz="2000" b="1" dirty="0" err="1">
                  <a:solidFill>
                    <a:schemeClr val="accent3">
                      <a:lumMod val="50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dữ</a:t>
              </a:r>
              <a:r>
                <a:rPr lang="en-US" sz="2000" b="1" dirty="0">
                  <a:solidFill>
                    <a:schemeClr val="accent3">
                      <a:lumMod val="50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lang="en-US" sz="2000" b="1" dirty="0" err="1">
                  <a:solidFill>
                    <a:schemeClr val="accent3">
                      <a:lumMod val="50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liệu</a:t>
              </a:r>
              <a:endParaRPr lang="en-US" sz="2000" b="1" dirty="0">
                <a:solidFill>
                  <a:schemeClr val="accent3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A42E3D18-C4F9-5ED4-AF25-AA9016AA04BB}"/>
              </a:ext>
            </a:extLst>
          </p:cNvPr>
          <p:cNvSpPr txBox="1"/>
          <p:nvPr/>
        </p:nvSpPr>
        <p:spPr>
          <a:xfrm>
            <a:off x="1028700" y="868680"/>
            <a:ext cx="35433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Cơ</a:t>
            </a:r>
            <a:r>
              <a:rPr lang="en-US" dirty="0"/>
              <a:t> </a:t>
            </a:r>
            <a:r>
              <a:rPr lang="en-US" dirty="0" err="1"/>
              <a:t>sở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: SQL </a:t>
            </a:r>
            <a:r>
              <a:rPr lang="en-US" dirty="0" err="1"/>
              <a:t>WorkBench</a:t>
            </a:r>
            <a:r>
              <a:rPr lang="en-US" dirty="0"/>
              <a:t> + Python</a:t>
            </a:r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CE17789-66D3-F574-AFDE-CE74D632AC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0004" y="1481071"/>
            <a:ext cx="5577215" cy="321830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4676C8CF-8DC0-084F-C828-27004CDAC4C8}"/>
              </a:ext>
            </a:extLst>
          </p:cNvPr>
          <p:cNvGrpSpPr/>
          <p:nvPr/>
        </p:nvGrpSpPr>
        <p:grpSpPr>
          <a:xfrm>
            <a:off x="213296" y="61111"/>
            <a:ext cx="7918895" cy="595401"/>
            <a:chOff x="305893" y="836615"/>
            <a:chExt cx="7918895" cy="595401"/>
          </a:xfrm>
        </p:grpSpPr>
        <p:sp>
          <p:nvSpPr>
            <p:cNvPr id="14" name="Google Shape;1447;p74">
              <a:extLst>
                <a:ext uri="{FF2B5EF4-FFF2-40B4-BE49-F238E27FC236}">
                  <a16:creationId xmlns:a16="http://schemas.microsoft.com/office/drawing/2014/main" id="{AF288F0D-EC10-5904-E3C2-52FEACA4E2D7}"/>
                </a:ext>
              </a:extLst>
            </p:cNvPr>
            <p:cNvSpPr/>
            <p:nvPr/>
          </p:nvSpPr>
          <p:spPr>
            <a:xfrm>
              <a:off x="305893" y="921634"/>
              <a:ext cx="411738" cy="425365"/>
            </a:xfrm>
            <a:custGeom>
              <a:avLst/>
              <a:gdLst/>
              <a:ahLst/>
              <a:cxnLst/>
              <a:rect l="l" t="t" r="r" b="b"/>
              <a:pathLst>
                <a:path w="3008" h="2157" extrusionOk="0">
                  <a:moveTo>
                    <a:pt x="0" y="0"/>
                  </a:moveTo>
                  <a:lnTo>
                    <a:pt x="729" y="1075"/>
                  </a:lnTo>
                  <a:lnTo>
                    <a:pt x="0" y="2157"/>
                  </a:lnTo>
                  <a:lnTo>
                    <a:pt x="0" y="2157"/>
                  </a:lnTo>
                  <a:lnTo>
                    <a:pt x="3008" y="10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noFill/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" name="Google Shape;179;p36">
              <a:extLst>
                <a:ext uri="{FF2B5EF4-FFF2-40B4-BE49-F238E27FC236}">
                  <a16:creationId xmlns:a16="http://schemas.microsoft.com/office/drawing/2014/main" id="{8184AEA3-FC60-9863-599C-0BDD8D395856}"/>
                </a:ext>
              </a:extLst>
            </p:cNvPr>
            <p:cNvSpPr txBox="1">
              <a:spLocks/>
            </p:cNvSpPr>
            <p:nvPr/>
          </p:nvSpPr>
          <p:spPr>
            <a:xfrm>
              <a:off x="717631" y="836615"/>
              <a:ext cx="7507157" cy="59540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457200" marR="0" lvl="0" indent="-3175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400"/>
                <a:buFont typeface="Oxygen"/>
                <a:buChar char="●"/>
                <a:defRPr sz="1400" b="0" i="0" u="none" strike="noStrike" cap="none">
                  <a:solidFill>
                    <a:schemeClr val="lt2"/>
                  </a:solidFill>
                  <a:latin typeface="Oxygen"/>
                  <a:ea typeface="Oxygen"/>
                  <a:cs typeface="Oxygen"/>
                  <a:sym typeface="Oxygen"/>
                </a:defRPr>
              </a:lvl1pPr>
              <a:lvl2pPr marL="914400" marR="0" lvl="1" indent="-317500" algn="l" rtl="0">
                <a:lnSpc>
                  <a:spcPct val="115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lt2"/>
                </a:buClr>
                <a:buSzPts val="1400"/>
                <a:buFont typeface="Oxygen"/>
                <a:buChar char="○"/>
                <a:defRPr sz="1400" b="0" i="0" u="none" strike="noStrike" cap="none">
                  <a:solidFill>
                    <a:schemeClr val="lt2"/>
                  </a:solidFill>
                  <a:latin typeface="Oxygen"/>
                  <a:ea typeface="Oxygen"/>
                  <a:cs typeface="Oxygen"/>
                  <a:sym typeface="Oxygen"/>
                </a:defRPr>
              </a:lvl2pPr>
              <a:lvl3pPr marL="1371600" marR="0" lvl="2" indent="-317500" algn="l" rtl="0">
                <a:lnSpc>
                  <a:spcPct val="115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lt2"/>
                </a:buClr>
                <a:buSzPts val="1400"/>
                <a:buFont typeface="Oxygen"/>
                <a:buChar char="■"/>
                <a:defRPr sz="1400" b="0" i="0" u="none" strike="noStrike" cap="none">
                  <a:solidFill>
                    <a:schemeClr val="lt2"/>
                  </a:solidFill>
                  <a:latin typeface="Oxygen"/>
                  <a:ea typeface="Oxygen"/>
                  <a:cs typeface="Oxygen"/>
                  <a:sym typeface="Oxygen"/>
                </a:defRPr>
              </a:lvl3pPr>
              <a:lvl4pPr marL="1828800" marR="0" lvl="3" indent="-317500" algn="l" rtl="0">
                <a:lnSpc>
                  <a:spcPct val="115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lt2"/>
                </a:buClr>
                <a:buSzPts val="1400"/>
                <a:buFont typeface="Oxygen"/>
                <a:buChar char="●"/>
                <a:defRPr sz="1400" b="0" i="0" u="none" strike="noStrike" cap="none">
                  <a:solidFill>
                    <a:schemeClr val="lt2"/>
                  </a:solidFill>
                  <a:latin typeface="Oxygen"/>
                  <a:ea typeface="Oxygen"/>
                  <a:cs typeface="Oxygen"/>
                  <a:sym typeface="Oxygen"/>
                </a:defRPr>
              </a:lvl4pPr>
              <a:lvl5pPr marL="2286000" marR="0" lvl="4" indent="-317500" algn="l" rtl="0">
                <a:lnSpc>
                  <a:spcPct val="115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lt2"/>
                </a:buClr>
                <a:buSzPts val="1400"/>
                <a:buFont typeface="Oxygen"/>
                <a:buChar char="○"/>
                <a:defRPr sz="1400" b="0" i="0" u="none" strike="noStrike" cap="none">
                  <a:solidFill>
                    <a:schemeClr val="lt2"/>
                  </a:solidFill>
                  <a:latin typeface="Oxygen"/>
                  <a:ea typeface="Oxygen"/>
                  <a:cs typeface="Oxygen"/>
                  <a:sym typeface="Oxygen"/>
                </a:defRPr>
              </a:lvl5pPr>
              <a:lvl6pPr marL="2743200" marR="0" lvl="5" indent="-317500" algn="l" rtl="0">
                <a:lnSpc>
                  <a:spcPct val="115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lt2"/>
                </a:buClr>
                <a:buSzPts val="1400"/>
                <a:buFont typeface="Oxygen"/>
                <a:buChar char="■"/>
                <a:defRPr sz="1400" b="0" i="0" u="none" strike="noStrike" cap="none">
                  <a:solidFill>
                    <a:schemeClr val="lt2"/>
                  </a:solidFill>
                  <a:latin typeface="Oxygen"/>
                  <a:ea typeface="Oxygen"/>
                  <a:cs typeface="Oxygen"/>
                  <a:sym typeface="Oxygen"/>
                </a:defRPr>
              </a:lvl6pPr>
              <a:lvl7pPr marL="3200400" marR="0" lvl="6" indent="-317500" algn="l" rtl="0">
                <a:lnSpc>
                  <a:spcPct val="115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lt2"/>
                </a:buClr>
                <a:buSzPts val="1400"/>
                <a:buFont typeface="Oxygen"/>
                <a:buChar char="●"/>
                <a:defRPr sz="1400" b="0" i="0" u="none" strike="noStrike" cap="none">
                  <a:solidFill>
                    <a:schemeClr val="lt2"/>
                  </a:solidFill>
                  <a:latin typeface="Oxygen"/>
                  <a:ea typeface="Oxygen"/>
                  <a:cs typeface="Oxygen"/>
                  <a:sym typeface="Oxygen"/>
                </a:defRPr>
              </a:lvl7pPr>
              <a:lvl8pPr marL="3657600" marR="0" lvl="7" indent="-317500" algn="l" rtl="0">
                <a:lnSpc>
                  <a:spcPct val="115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lt2"/>
                </a:buClr>
                <a:buSzPts val="1400"/>
                <a:buFont typeface="Oxygen"/>
                <a:buChar char="○"/>
                <a:defRPr sz="1400" b="0" i="0" u="none" strike="noStrike" cap="none">
                  <a:solidFill>
                    <a:schemeClr val="lt2"/>
                  </a:solidFill>
                  <a:latin typeface="Oxygen"/>
                  <a:ea typeface="Oxygen"/>
                  <a:cs typeface="Oxygen"/>
                  <a:sym typeface="Oxygen"/>
                </a:defRPr>
              </a:lvl8pPr>
              <a:lvl9pPr marL="4114800" marR="0" lvl="8" indent="-317500" algn="l" rtl="0">
                <a:lnSpc>
                  <a:spcPct val="115000"/>
                </a:lnSpc>
                <a:spcBef>
                  <a:spcPts val="1600"/>
                </a:spcBef>
                <a:spcAft>
                  <a:spcPts val="1600"/>
                </a:spcAft>
                <a:buClr>
                  <a:schemeClr val="lt2"/>
                </a:buClr>
                <a:buSzPts val="1400"/>
                <a:buFont typeface="Oxygen"/>
                <a:buChar char="■"/>
                <a:defRPr sz="1400" b="0" i="0" u="none" strike="noStrike" cap="none">
                  <a:solidFill>
                    <a:schemeClr val="lt2"/>
                  </a:solidFill>
                  <a:latin typeface="Oxygen"/>
                  <a:ea typeface="Oxygen"/>
                  <a:cs typeface="Oxygen"/>
                  <a:sym typeface="Oxygen"/>
                </a:defRPr>
              </a:lvl9pPr>
            </a:lstStyle>
            <a:p>
              <a:pPr marL="0" indent="0">
                <a:spcAft>
                  <a:spcPts val="1600"/>
                </a:spcAft>
                <a:buFont typeface="Oxygen"/>
                <a:buNone/>
              </a:pPr>
              <a:r>
                <a:rPr lang="en-US" sz="2000" b="1" dirty="0">
                  <a:solidFill>
                    <a:schemeClr val="accent3">
                      <a:lumMod val="50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LCD  </a:t>
              </a:r>
            </a:p>
          </p:txBody>
        </p:sp>
      </p:grpSp>
      <p:pic>
        <p:nvPicPr>
          <p:cNvPr id="3" name="Picture 2" descr="A close up of a circuit board&#10;&#10;AI-generated content may be incorrect.">
            <a:extLst>
              <a:ext uri="{FF2B5EF4-FFF2-40B4-BE49-F238E27FC236}">
                <a16:creationId xmlns:a16="http://schemas.microsoft.com/office/drawing/2014/main" id="{DBE9C4DB-40CF-D2FB-44A0-BB2F2678D6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9371" y="1190432"/>
            <a:ext cx="5058481" cy="2762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363878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2CD241C4-40D2-6DA4-852E-836396DD60D1}"/>
              </a:ext>
            </a:extLst>
          </p:cNvPr>
          <p:cNvGrpSpPr/>
          <p:nvPr/>
        </p:nvGrpSpPr>
        <p:grpSpPr>
          <a:xfrm>
            <a:off x="213296" y="61111"/>
            <a:ext cx="7918895" cy="595401"/>
            <a:chOff x="305893" y="836615"/>
            <a:chExt cx="7918895" cy="595401"/>
          </a:xfrm>
        </p:grpSpPr>
        <p:sp>
          <p:nvSpPr>
            <p:cNvPr id="8" name="Google Shape;1447;p74">
              <a:extLst>
                <a:ext uri="{FF2B5EF4-FFF2-40B4-BE49-F238E27FC236}">
                  <a16:creationId xmlns:a16="http://schemas.microsoft.com/office/drawing/2014/main" id="{3BA97032-1D2A-2DD9-907F-96DD8BADF510}"/>
                </a:ext>
              </a:extLst>
            </p:cNvPr>
            <p:cNvSpPr/>
            <p:nvPr/>
          </p:nvSpPr>
          <p:spPr>
            <a:xfrm>
              <a:off x="305893" y="921634"/>
              <a:ext cx="411738" cy="425365"/>
            </a:xfrm>
            <a:custGeom>
              <a:avLst/>
              <a:gdLst/>
              <a:ahLst/>
              <a:cxnLst/>
              <a:rect l="l" t="t" r="r" b="b"/>
              <a:pathLst>
                <a:path w="3008" h="2157" extrusionOk="0">
                  <a:moveTo>
                    <a:pt x="0" y="0"/>
                  </a:moveTo>
                  <a:lnTo>
                    <a:pt x="729" y="1075"/>
                  </a:lnTo>
                  <a:lnTo>
                    <a:pt x="0" y="2157"/>
                  </a:lnTo>
                  <a:lnTo>
                    <a:pt x="0" y="2157"/>
                  </a:lnTo>
                  <a:lnTo>
                    <a:pt x="3008" y="10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noFill/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" name="Google Shape;179;p36">
              <a:extLst>
                <a:ext uri="{FF2B5EF4-FFF2-40B4-BE49-F238E27FC236}">
                  <a16:creationId xmlns:a16="http://schemas.microsoft.com/office/drawing/2014/main" id="{CBC89A0C-89AE-9597-C7B8-DEAA09095BCE}"/>
                </a:ext>
              </a:extLst>
            </p:cNvPr>
            <p:cNvSpPr txBox="1">
              <a:spLocks/>
            </p:cNvSpPr>
            <p:nvPr/>
          </p:nvSpPr>
          <p:spPr>
            <a:xfrm>
              <a:off x="717631" y="836615"/>
              <a:ext cx="7507157" cy="59540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457200" marR="0" lvl="0" indent="-3175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400"/>
                <a:buFont typeface="Oxygen"/>
                <a:buChar char="●"/>
                <a:defRPr sz="1400" b="0" i="0" u="none" strike="noStrike" cap="none">
                  <a:solidFill>
                    <a:schemeClr val="lt2"/>
                  </a:solidFill>
                  <a:latin typeface="Oxygen"/>
                  <a:ea typeface="Oxygen"/>
                  <a:cs typeface="Oxygen"/>
                  <a:sym typeface="Oxygen"/>
                </a:defRPr>
              </a:lvl1pPr>
              <a:lvl2pPr marL="914400" marR="0" lvl="1" indent="-317500" algn="l" rtl="0">
                <a:lnSpc>
                  <a:spcPct val="115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lt2"/>
                </a:buClr>
                <a:buSzPts val="1400"/>
                <a:buFont typeface="Oxygen"/>
                <a:buChar char="○"/>
                <a:defRPr sz="1400" b="0" i="0" u="none" strike="noStrike" cap="none">
                  <a:solidFill>
                    <a:schemeClr val="lt2"/>
                  </a:solidFill>
                  <a:latin typeface="Oxygen"/>
                  <a:ea typeface="Oxygen"/>
                  <a:cs typeface="Oxygen"/>
                  <a:sym typeface="Oxygen"/>
                </a:defRPr>
              </a:lvl2pPr>
              <a:lvl3pPr marL="1371600" marR="0" lvl="2" indent="-317500" algn="l" rtl="0">
                <a:lnSpc>
                  <a:spcPct val="115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lt2"/>
                </a:buClr>
                <a:buSzPts val="1400"/>
                <a:buFont typeface="Oxygen"/>
                <a:buChar char="■"/>
                <a:defRPr sz="1400" b="0" i="0" u="none" strike="noStrike" cap="none">
                  <a:solidFill>
                    <a:schemeClr val="lt2"/>
                  </a:solidFill>
                  <a:latin typeface="Oxygen"/>
                  <a:ea typeface="Oxygen"/>
                  <a:cs typeface="Oxygen"/>
                  <a:sym typeface="Oxygen"/>
                </a:defRPr>
              </a:lvl3pPr>
              <a:lvl4pPr marL="1828800" marR="0" lvl="3" indent="-317500" algn="l" rtl="0">
                <a:lnSpc>
                  <a:spcPct val="115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lt2"/>
                </a:buClr>
                <a:buSzPts val="1400"/>
                <a:buFont typeface="Oxygen"/>
                <a:buChar char="●"/>
                <a:defRPr sz="1400" b="0" i="0" u="none" strike="noStrike" cap="none">
                  <a:solidFill>
                    <a:schemeClr val="lt2"/>
                  </a:solidFill>
                  <a:latin typeface="Oxygen"/>
                  <a:ea typeface="Oxygen"/>
                  <a:cs typeface="Oxygen"/>
                  <a:sym typeface="Oxygen"/>
                </a:defRPr>
              </a:lvl4pPr>
              <a:lvl5pPr marL="2286000" marR="0" lvl="4" indent="-317500" algn="l" rtl="0">
                <a:lnSpc>
                  <a:spcPct val="115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lt2"/>
                </a:buClr>
                <a:buSzPts val="1400"/>
                <a:buFont typeface="Oxygen"/>
                <a:buChar char="○"/>
                <a:defRPr sz="1400" b="0" i="0" u="none" strike="noStrike" cap="none">
                  <a:solidFill>
                    <a:schemeClr val="lt2"/>
                  </a:solidFill>
                  <a:latin typeface="Oxygen"/>
                  <a:ea typeface="Oxygen"/>
                  <a:cs typeface="Oxygen"/>
                  <a:sym typeface="Oxygen"/>
                </a:defRPr>
              </a:lvl5pPr>
              <a:lvl6pPr marL="2743200" marR="0" lvl="5" indent="-317500" algn="l" rtl="0">
                <a:lnSpc>
                  <a:spcPct val="115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lt2"/>
                </a:buClr>
                <a:buSzPts val="1400"/>
                <a:buFont typeface="Oxygen"/>
                <a:buChar char="■"/>
                <a:defRPr sz="1400" b="0" i="0" u="none" strike="noStrike" cap="none">
                  <a:solidFill>
                    <a:schemeClr val="lt2"/>
                  </a:solidFill>
                  <a:latin typeface="Oxygen"/>
                  <a:ea typeface="Oxygen"/>
                  <a:cs typeface="Oxygen"/>
                  <a:sym typeface="Oxygen"/>
                </a:defRPr>
              </a:lvl6pPr>
              <a:lvl7pPr marL="3200400" marR="0" lvl="6" indent="-317500" algn="l" rtl="0">
                <a:lnSpc>
                  <a:spcPct val="115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lt2"/>
                </a:buClr>
                <a:buSzPts val="1400"/>
                <a:buFont typeface="Oxygen"/>
                <a:buChar char="●"/>
                <a:defRPr sz="1400" b="0" i="0" u="none" strike="noStrike" cap="none">
                  <a:solidFill>
                    <a:schemeClr val="lt2"/>
                  </a:solidFill>
                  <a:latin typeface="Oxygen"/>
                  <a:ea typeface="Oxygen"/>
                  <a:cs typeface="Oxygen"/>
                  <a:sym typeface="Oxygen"/>
                </a:defRPr>
              </a:lvl7pPr>
              <a:lvl8pPr marL="3657600" marR="0" lvl="7" indent="-317500" algn="l" rtl="0">
                <a:lnSpc>
                  <a:spcPct val="115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lt2"/>
                </a:buClr>
                <a:buSzPts val="1400"/>
                <a:buFont typeface="Oxygen"/>
                <a:buChar char="○"/>
                <a:defRPr sz="1400" b="0" i="0" u="none" strike="noStrike" cap="none">
                  <a:solidFill>
                    <a:schemeClr val="lt2"/>
                  </a:solidFill>
                  <a:latin typeface="Oxygen"/>
                  <a:ea typeface="Oxygen"/>
                  <a:cs typeface="Oxygen"/>
                  <a:sym typeface="Oxygen"/>
                </a:defRPr>
              </a:lvl8pPr>
              <a:lvl9pPr marL="4114800" marR="0" lvl="8" indent="-317500" algn="l" rtl="0">
                <a:lnSpc>
                  <a:spcPct val="115000"/>
                </a:lnSpc>
                <a:spcBef>
                  <a:spcPts val="1600"/>
                </a:spcBef>
                <a:spcAft>
                  <a:spcPts val="1600"/>
                </a:spcAft>
                <a:buClr>
                  <a:schemeClr val="lt2"/>
                </a:buClr>
                <a:buSzPts val="1400"/>
                <a:buFont typeface="Oxygen"/>
                <a:buChar char="■"/>
                <a:defRPr sz="1400" b="0" i="0" u="none" strike="noStrike" cap="none">
                  <a:solidFill>
                    <a:schemeClr val="lt2"/>
                  </a:solidFill>
                  <a:latin typeface="Oxygen"/>
                  <a:ea typeface="Oxygen"/>
                  <a:cs typeface="Oxygen"/>
                  <a:sym typeface="Oxygen"/>
                </a:defRPr>
              </a:lvl9pPr>
            </a:lstStyle>
            <a:p>
              <a:pPr marL="0" indent="0">
                <a:spcAft>
                  <a:spcPts val="1600"/>
                </a:spcAft>
                <a:buFont typeface="Oxygen"/>
                <a:buNone/>
              </a:pPr>
              <a:r>
                <a:rPr lang="en-US" sz="2000" b="1" dirty="0">
                  <a:solidFill>
                    <a:schemeClr val="accent3">
                      <a:lumMod val="50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USART </a:t>
              </a:r>
              <a:r>
                <a:rPr lang="en-US" sz="2000" b="1" dirty="0" err="1">
                  <a:solidFill>
                    <a:schemeClr val="accent3">
                      <a:lumMod val="50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trên</a:t>
              </a:r>
              <a:r>
                <a:rPr lang="en-US" sz="2000" b="1" dirty="0">
                  <a:solidFill>
                    <a:schemeClr val="accent3">
                      <a:lumMod val="50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lang="en-US" sz="2000" b="1" dirty="0" err="1">
                  <a:solidFill>
                    <a:schemeClr val="accent3">
                      <a:lumMod val="50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MobaXterm</a:t>
              </a:r>
              <a:r>
                <a:rPr lang="en-US" sz="2000" b="1" dirty="0">
                  <a:solidFill>
                    <a:schemeClr val="accent3">
                      <a:lumMod val="50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 </a:t>
              </a:r>
            </a:p>
          </p:txBody>
        </p:sp>
      </p:grpSp>
      <p:pic>
        <p:nvPicPr>
          <p:cNvPr id="11" name="Picture 10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ACB0AD06-C31A-0910-F3DF-E69D4FBFE8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034" y="1349160"/>
            <a:ext cx="7973067" cy="2334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934310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2A8ACC26-C598-FA1F-ECF7-7ED3005F3D4F}"/>
              </a:ext>
            </a:extLst>
          </p:cNvPr>
          <p:cNvSpPr txBox="1"/>
          <p:nvPr/>
        </p:nvSpPr>
        <p:spPr>
          <a:xfrm>
            <a:off x="605754" y="238982"/>
            <a:ext cx="37147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App </a:t>
            </a:r>
            <a:r>
              <a:rPr lang="en-US" sz="2000" b="1" dirty="0" err="1"/>
              <a:t>kết</a:t>
            </a:r>
            <a:r>
              <a:rPr lang="en-US" sz="2000" b="1" dirty="0"/>
              <a:t> </a:t>
            </a:r>
            <a:r>
              <a:rPr lang="en-US" sz="2000" b="1" dirty="0" err="1"/>
              <a:t>nối</a:t>
            </a:r>
            <a:r>
              <a:rPr lang="en-US" sz="2000" b="1" dirty="0"/>
              <a:t> Bluetooth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2A312F4-8B16-13C1-2CBC-67F065535158}"/>
              </a:ext>
            </a:extLst>
          </p:cNvPr>
          <p:cNvSpPr txBox="1"/>
          <p:nvPr/>
        </p:nvSpPr>
        <p:spPr>
          <a:xfrm>
            <a:off x="1479549" y="1003300"/>
            <a:ext cx="58163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/>
              <a:t>Được</a:t>
            </a:r>
            <a:r>
              <a:rPr lang="en-US" b="1" dirty="0"/>
              <a:t> </a:t>
            </a:r>
            <a:r>
              <a:rPr lang="en-US" b="1" dirty="0" err="1"/>
              <a:t>viết</a:t>
            </a:r>
            <a:r>
              <a:rPr lang="en-US" b="1" dirty="0"/>
              <a:t> </a:t>
            </a:r>
            <a:r>
              <a:rPr lang="en-US" b="1" dirty="0" err="1"/>
              <a:t>bằng</a:t>
            </a:r>
            <a:r>
              <a:rPr lang="en-US" b="1" dirty="0"/>
              <a:t> </a:t>
            </a:r>
            <a:r>
              <a:rPr lang="en-US" b="1" dirty="0" err="1"/>
              <a:t>Framwork</a:t>
            </a:r>
            <a:r>
              <a:rPr lang="en-US" b="1" dirty="0"/>
              <a:t> Flutter, code </a:t>
            </a:r>
            <a:r>
              <a:rPr lang="en-US" b="1" dirty="0" err="1"/>
              <a:t>trên</a:t>
            </a:r>
            <a:r>
              <a:rPr lang="en-US" b="1" dirty="0"/>
              <a:t> Android Studio IDE</a:t>
            </a:r>
          </a:p>
        </p:txBody>
      </p:sp>
      <p:pic>
        <p:nvPicPr>
          <p:cNvPr id="12" name="Picture 11" descr="A black screen with white text&#10;&#10;AI-generated content may be incorrect.">
            <a:extLst>
              <a:ext uri="{FF2B5EF4-FFF2-40B4-BE49-F238E27FC236}">
                <a16:creationId xmlns:a16="http://schemas.microsoft.com/office/drawing/2014/main" id="{90C4BDE8-271A-9A00-5DA0-DEAB67174F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0737" y="2669250"/>
            <a:ext cx="5439534" cy="1324160"/>
          </a:xfrm>
          <a:prstGeom prst="rect">
            <a:avLst/>
          </a:prstGeom>
        </p:spPr>
      </p:pic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270B3E6D-98E7-2903-2AB9-DF66F30352FA}"/>
              </a:ext>
            </a:extLst>
          </p:cNvPr>
          <p:cNvCxnSpPr>
            <a:cxnSpLocks/>
          </p:cNvCxnSpPr>
          <p:nvPr/>
        </p:nvCxnSpPr>
        <p:spPr>
          <a:xfrm flipV="1">
            <a:off x="2901950" y="2286000"/>
            <a:ext cx="1798839" cy="660400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9147A4A5-AD1F-E050-A24C-A2E329251684}"/>
              </a:ext>
            </a:extLst>
          </p:cNvPr>
          <p:cNvSpPr txBox="1"/>
          <p:nvPr/>
        </p:nvSpPr>
        <p:spPr>
          <a:xfrm>
            <a:off x="4604957" y="2132111"/>
            <a:ext cx="25311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b="1" dirty="0"/>
              <a:t>Thư viện Bluetooth</a:t>
            </a:r>
            <a:endParaRPr lang="en-US" b="1" dirty="0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0A035A0B-97E2-F326-9A31-DDCCAE2E41DB}"/>
              </a:ext>
            </a:extLst>
          </p:cNvPr>
          <p:cNvCxnSpPr>
            <a:cxnSpLocks/>
          </p:cNvCxnSpPr>
          <p:nvPr/>
        </p:nvCxnSpPr>
        <p:spPr>
          <a:xfrm>
            <a:off x="3221776" y="3744694"/>
            <a:ext cx="1685075" cy="750033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E2425149-680E-28EF-0300-B5DD3E076BC3}"/>
              </a:ext>
            </a:extLst>
          </p:cNvPr>
          <p:cNvSpPr txBox="1"/>
          <p:nvPr/>
        </p:nvSpPr>
        <p:spPr>
          <a:xfrm>
            <a:off x="4906851" y="4340838"/>
            <a:ext cx="25311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b="1" dirty="0"/>
              <a:t>Thư viện Xin cấp quyền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44372437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429950D0-B860-972B-3B65-C8A5EA766B38}"/>
              </a:ext>
            </a:extLst>
          </p:cNvPr>
          <p:cNvSpPr txBox="1"/>
          <p:nvPr/>
        </p:nvSpPr>
        <p:spPr>
          <a:xfrm>
            <a:off x="605754" y="238982"/>
            <a:ext cx="37147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App </a:t>
            </a:r>
            <a:r>
              <a:rPr lang="en-US" sz="2000" b="1" dirty="0" err="1"/>
              <a:t>kết</a:t>
            </a:r>
            <a:r>
              <a:rPr lang="en-US" sz="2000" b="1" dirty="0"/>
              <a:t> </a:t>
            </a:r>
            <a:r>
              <a:rPr lang="en-US" sz="2000" b="1" dirty="0" err="1"/>
              <a:t>nối</a:t>
            </a:r>
            <a:r>
              <a:rPr lang="en-US" sz="2000" b="1" dirty="0"/>
              <a:t> Bluetooth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B7ECAD3-7E02-D78E-8238-7B0454E8249B}"/>
              </a:ext>
            </a:extLst>
          </p:cNvPr>
          <p:cNvSpPr txBox="1"/>
          <p:nvPr/>
        </p:nvSpPr>
        <p:spPr>
          <a:xfrm>
            <a:off x="2454590" y="732053"/>
            <a:ext cx="42348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b="1" dirty="0" err="1"/>
              <a:t>Giải</a:t>
            </a:r>
            <a:r>
              <a:rPr lang="en-US" sz="1800" b="1" dirty="0"/>
              <a:t> </a:t>
            </a:r>
            <a:r>
              <a:rPr lang="en-US" sz="1800" b="1" dirty="0" err="1"/>
              <a:t>mã</a:t>
            </a:r>
            <a:r>
              <a:rPr lang="en-US" sz="1800" b="1" dirty="0"/>
              <a:t> </a:t>
            </a:r>
            <a:r>
              <a:rPr lang="en-US" sz="1800" b="1" dirty="0" err="1"/>
              <a:t>gói</a:t>
            </a:r>
            <a:r>
              <a:rPr lang="en-US" sz="1800" b="1" dirty="0"/>
              <a:t> tin </a:t>
            </a:r>
            <a:r>
              <a:rPr lang="en-US" sz="1800" b="1" dirty="0" err="1"/>
              <a:t>theo</a:t>
            </a:r>
            <a:r>
              <a:rPr lang="en-US" sz="1800" b="1" dirty="0"/>
              <a:t> BIG ENDIAN </a:t>
            </a:r>
          </a:p>
        </p:txBody>
      </p:sp>
      <p:pic>
        <p:nvPicPr>
          <p:cNvPr id="17" name="Picture 16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B407B684-3632-7526-2337-CFC6049F6C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2188" y="1225124"/>
            <a:ext cx="4637598" cy="1073970"/>
          </a:xfrm>
          <a:prstGeom prst="rect">
            <a:avLst/>
          </a:prstGeom>
        </p:spPr>
      </p:pic>
      <p:pic>
        <p:nvPicPr>
          <p:cNvPr id="19" name="Picture 18" descr="A computer screen shot of a program code&#10;&#10;AI-generated content may be incorrect.">
            <a:extLst>
              <a:ext uri="{FF2B5EF4-FFF2-40B4-BE49-F238E27FC236}">
                <a16:creationId xmlns:a16="http://schemas.microsoft.com/office/drawing/2014/main" id="{7ACD382C-226A-AC3A-69DA-BA62BC70CE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8182" y="2392055"/>
            <a:ext cx="5065611" cy="2557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193939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screen shot of a phone&#10;&#10;AI-generated content may be incorrect.">
            <a:extLst>
              <a:ext uri="{FF2B5EF4-FFF2-40B4-BE49-F238E27FC236}">
                <a16:creationId xmlns:a16="http://schemas.microsoft.com/office/drawing/2014/main" id="{AF45DCD3-19F2-97F9-3E09-6E81F835FB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2013108" y="1808103"/>
            <a:ext cx="4237067" cy="219640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46EF3DF-4484-CDED-CB54-EF103E89B7BB}"/>
              </a:ext>
            </a:extLst>
          </p:cNvPr>
          <p:cNvSpPr txBox="1"/>
          <p:nvPr/>
        </p:nvSpPr>
        <p:spPr>
          <a:xfrm>
            <a:off x="605754" y="238982"/>
            <a:ext cx="37147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App </a:t>
            </a:r>
            <a:r>
              <a:rPr lang="en-US" sz="2000" b="1" dirty="0" err="1"/>
              <a:t>kết</a:t>
            </a:r>
            <a:r>
              <a:rPr lang="en-US" sz="2000" b="1" dirty="0"/>
              <a:t> </a:t>
            </a:r>
            <a:r>
              <a:rPr lang="en-US" sz="2000" b="1" dirty="0" err="1"/>
              <a:t>nối</a:t>
            </a:r>
            <a:r>
              <a:rPr lang="en-US" sz="2000" b="1" dirty="0"/>
              <a:t> Bluetooth </a:t>
            </a:r>
          </a:p>
        </p:txBody>
      </p:sp>
    </p:spTree>
    <p:extLst>
      <p:ext uri="{BB962C8B-B14F-4D97-AF65-F5344CB8AC3E}">
        <p14:creationId xmlns:p14="http://schemas.microsoft.com/office/powerpoint/2010/main" val="23716088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79;p36">
            <a:extLst>
              <a:ext uri="{FF2B5EF4-FFF2-40B4-BE49-F238E27FC236}">
                <a16:creationId xmlns:a16="http://schemas.microsoft.com/office/drawing/2014/main" id="{B397682C-4CEC-C48D-981F-AA591CFC3532}"/>
              </a:ext>
            </a:extLst>
          </p:cNvPr>
          <p:cNvSpPr txBox="1">
            <a:spLocks/>
          </p:cNvSpPr>
          <p:nvPr/>
        </p:nvSpPr>
        <p:spPr>
          <a:xfrm>
            <a:off x="164384" y="7298"/>
            <a:ext cx="8535760" cy="87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Oxygen"/>
              <a:buChar char="●"/>
              <a:defRPr sz="1400" b="0" i="0" u="none" strike="noStrike" cap="none">
                <a:solidFill>
                  <a:schemeClr val="lt2"/>
                </a:solidFill>
                <a:latin typeface="Oxygen"/>
                <a:ea typeface="Oxygen"/>
                <a:cs typeface="Oxygen"/>
                <a:sym typeface="Oxygen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Oxygen"/>
              <a:buChar char="○"/>
              <a:defRPr sz="1400" b="0" i="0" u="none" strike="noStrike" cap="none">
                <a:solidFill>
                  <a:schemeClr val="lt2"/>
                </a:solidFill>
                <a:latin typeface="Oxygen"/>
                <a:ea typeface="Oxygen"/>
                <a:cs typeface="Oxygen"/>
                <a:sym typeface="Oxygen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Oxygen"/>
              <a:buChar char="■"/>
              <a:defRPr sz="1400" b="0" i="0" u="none" strike="noStrike" cap="none">
                <a:solidFill>
                  <a:schemeClr val="lt2"/>
                </a:solidFill>
                <a:latin typeface="Oxygen"/>
                <a:ea typeface="Oxygen"/>
                <a:cs typeface="Oxygen"/>
                <a:sym typeface="Oxygen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Oxygen"/>
              <a:buChar char="●"/>
              <a:defRPr sz="1400" b="0" i="0" u="none" strike="noStrike" cap="none">
                <a:solidFill>
                  <a:schemeClr val="lt2"/>
                </a:solidFill>
                <a:latin typeface="Oxygen"/>
                <a:ea typeface="Oxygen"/>
                <a:cs typeface="Oxygen"/>
                <a:sym typeface="Oxygen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Oxygen"/>
              <a:buChar char="○"/>
              <a:defRPr sz="1400" b="0" i="0" u="none" strike="noStrike" cap="none">
                <a:solidFill>
                  <a:schemeClr val="lt2"/>
                </a:solidFill>
                <a:latin typeface="Oxygen"/>
                <a:ea typeface="Oxygen"/>
                <a:cs typeface="Oxygen"/>
                <a:sym typeface="Oxygen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Oxygen"/>
              <a:buChar char="■"/>
              <a:defRPr sz="1400" b="0" i="0" u="none" strike="noStrike" cap="none">
                <a:solidFill>
                  <a:schemeClr val="lt2"/>
                </a:solidFill>
                <a:latin typeface="Oxygen"/>
                <a:ea typeface="Oxygen"/>
                <a:cs typeface="Oxygen"/>
                <a:sym typeface="Oxygen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Oxygen"/>
              <a:buChar char="●"/>
              <a:defRPr sz="1400" b="0" i="0" u="none" strike="noStrike" cap="none">
                <a:solidFill>
                  <a:schemeClr val="lt2"/>
                </a:solidFill>
                <a:latin typeface="Oxygen"/>
                <a:ea typeface="Oxygen"/>
                <a:cs typeface="Oxygen"/>
                <a:sym typeface="Oxygen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Oxygen"/>
              <a:buChar char="○"/>
              <a:defRPr sz="1400" b="0" i="0" u="none" strike="noStrike" cap="none">
                <a:solidFill>
                  <a:schemeClr val="lt2"/>
                </a:solidFill>
                <a:latin typeface="Oxygen"/>
                <a:ea typeface="Oxygen"/>
                <a:cs typeface="Oxygen"/>
                <a:sym typeface="Oxygen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Font typeface="Oxygen"/>
              <a:buChar char="■"/>
              <a:defRPr sz="1400" b="0" i="0" u="none" strike="noStrike" cap="none">
                <a:solidFill>
                  <a:schemeClr val="lt2"/>
                </a:solidFill>
                <a:latin typeface="Oxygen"/>
                <a:ea typeface="Oxygen"/>
                <a:cs typeface="Oxygen"/>
                <a:sym typeface="Oxygen"/>
              </a:defRPr>
            </a:lvl9pPr>
          </a:lstStyle>
          <a:p>
            <a:pPr marL="0" indent="0">
              <a:spcAft>
                <a:spcPts val="1600"/>
              </a:spcAft>
              <a:buFont typeface="Oxygen"/>
              <a:buNone/>
            </a:pPr>
            <a:r>
              <a:rPr lang="en-US" sz="2400" b="1" dirty="0" err="1">
                <a:solidFill>
                  <a:schemeClr val="accent3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Câu</a:t>
            </a:r>
            <a:r>
              <a:rPr lang="en-US" sz="2400" b="1" dirty="0">
                <a:solidFill>
                  <a:schemeClr val="accent3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2. </a:t>
            </a:r>
            <a:r>
              <a:rPr lang="en-US" sz="2400" b="1" dirty="0" err="1">
                <a:solidFill>
                  <a:schemeClr val="accent3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Giám</a:t>
            </a:r>
            <a:r>
              <a:rPr lang="en-US" sz="2400" b="1" dirty="0">
                <a:solidFill>
                  <a:schemeClr val="accent3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b="1" dirty="0" err="1">
                <a:solidFill>
                  <a:schemeClr val="accent3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sát</a:t>
            </a:r>
            <a:r>
              <a:rPr lang="en-US" sz="2400" b="1" dirty="0">
                <a:solidFill>
                  <a:schemeClr val="accent3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b="1" dirty="0" err="1">
                <a:solidFill>
                  <a:schemeClr val="accent3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dữ</a:t>
            </a:r>
            <a:r>
              <a:rPr lang="en-US" sz="2400" b="1" dirty="0">
                <a:solidFill>
                  <a:schemeClr val="accent3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b="1" dirty="0" err="1">
                <a:solidFill>
                  <a:schemeClr val="accent3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liệu</a:t>
            </a:r>
            <a:r>
              <a:rPr lang="en-US" sz="2400" b="1" dirty="0">
                <a:solidFill>
                  <a:schemeClr val="accent3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b="1" dirty="0" err="1">
                <a:solidFill>
                  <a:schemeClr val="accent3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thông</a:t>
            </a:r>
            <a:r>
              <a:rPr lang="en-US" sz="2400" b="1" dirty="0">
                <a:solidFill>
                  <a:schemeClr val="accent3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qua PC </a:t>
            </a:r>
            <a:r>
              <a:rPr lang="en-US" sz="2400" b="1" dirty="0" err="1">
                <a:solidFill>
                  <a:schemeClr val="accent3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và</a:t>
            </a:r>
            <a:r>
              <a:rPr lang="en-US" sz="2400" b="1" dirty="0">
                <a:solidFill>
                  <a:schemeClr val="accent3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App </a:t>
            </a:r>
            <a:r>
              <a:rPr lang="en-US" sz="2400" b="1" dirty="0" err="1">
                <a:solidFill>
                  <a:schemeClr val="accent3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trên</a:t>
            </a:r>
            <a:r>
              <a:rPr lang="en-US" sz="2400" b="1" dirty="0">
                <a:solidFill>
                  <a:schemeClr val="accent3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Smart Phone.</a:t>
            </a:r>
          </a:p>
        </p:txBody>
      </p:sp>
      <p:pic>
        <p:nvPicPr>
          <p:cNvPr id="6" name="Picture 5" descr="A black circuit board with a blue light&#10;&#10;AI-generated content may be incorrect.">
            <a:extLst>
              <a:ext uri="{FF2B5EF4-FFF2-40B4-BE49-F238E27FC236}">
                <a16:creationId xmlns:a16="http://schemas.microsoft.com/office/drawing/2014/main" id="{2D689321-6302-0803-804A-B6F1D2A5B7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1512599" y="1019657"/>
            <a:ext cx="2304915" cy="308285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50354F4-1E2A-1577-5062-9A0D7C70861A}"/>
              </a:ext>
            </a:extLst>
          </p:cNvPr>
          <p:cNvSpPr txBox="1"/>
          <p:nvPr/>
        </p:nvSpPr>
        <p:spPr>
          <a:xfrm>
            <a:off x="1912934" y="1091995"/>
            <a:ext cx="150424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effectLst/>
              </a:rPr>
              <a:t>Radio Board x3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F09C032-67AB-5CE7-D093-AD258D794700}"/>
              </a:ext>
            </a:extLst>
          </p:cNvPr>
          <p:cNvSpPr txBox="1"/>
          <p:nvPr/>
        </p:nvSpPr>
        <p:spPr>
          <a:xfrm>
            <a:off x="6414112" y="1091994"/>
            <a:ext cx="118013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effectLst/>
              </a:rPr>
              <a:t>DHT11 x3</a:t>
            </a:r>
          </a:p>
        </p:txBody>
      </p:sp>
      <p:pic>
        <p:nvPicPr>
          <p:cNvPr id="2" name="Picture 2" descr="Module Cảm Biến Độ Ẩm, Nhiệt Độ DHT11">
            <a:extLst>
              <a:ext uri="{FF2B5EF4-FFF2-40B4-BE49-F238E27FC236}">
                <a16:creationId xmlns:a16="http://schemas.microsoft.com/office/drawing/2014/main" id="{A73831DF-6FC9-BC9B-D568-75F4756DF1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92461" y="1399772"/>
            <a:ext cx="2343955" cy="23439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>
            <a:extLst>
              <a:ext uri="{FF2B5EF4-FFF2-40B4-BE49-F238E27FC236}">
                <a16:creationId xmlns:a16="http://schemas.microsoft.com/office/drawing/2014/main" id="{5B90E61F-1D12-0170-2748-45199FD13E26}"/>
              </a:ext>
            </a:extLst>
          </p:cNvPr>
          <p:cNvGrpSpPr/>
          <p:nvPr/>
        </p:nvGrpSpPr>
        <p:grpSpPr>
          <a:xfrm>
            <a:off x="815276" y="99211"/>
            <a:ext cx="7918895" cy="595401"/>
            <a:chOff x="305893" y="836615"/>
            <a:chExt cx="7918895" cy="595401"/>
          </a:xfrm>
        </p:grpSpPr>
        <p:sp>
          <p:nvSpPr>
            <p:cNvPr id="30" name="Google Shape;1447;p74">
              <a:extLst>
                <a:ext uri="{FF2B5EF4-FFF2-40B4-BE49-F238E27FC236}">
                  <a16:creationId xmlns:a16="http://schemas.microsoft.com/office/drawing/2014/main" id="{74DED295-A967-B996-9CDE-7CE9D1314F3E}"/>
                </a:ext>
              </a:extLst>
            </p:cNvPr>
            <p:cNvSpPr/>
            <p:nvPr/>
          </p:nvSpPr>
          <p:spPr>
            <a:xfrm>
              <a:off x="305893" y="921634"/>
              <a:ext cx="411738" cy="425365"/>
            </a:xfrm>
            <a:custGeom>
              <a:avLst/>
              <a:gdLst/>
              <a:ahLst/>
              <a:cxnLst/>
              <a:rect l="l" t="t" r="r" b="b"/>
              <a:pathLst>
                <a:path w="3008" h="2157" extrusionOk="0">
                  <a:moveTo>
                    <a:pt x="0" y="0"/>
                  </a:moveTo>
                  <a:lnTo>
                    <a:pt x="729" y="1075"/>
                  </a:lnTo>
                  <a:lnTo>
                    <a:pt x="0" y="2157"/>
                  </a:lnTo>
                  <a:lnTo>
                    <a:pt x="0" y="2157"/>
                  </a:lnTo>
                  <a:lnTo>
                    <a:pt x="3008" y="10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noFill/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1" name="Google Shape;179;p36">
              <a:extLst>
                <a:ext uri="{FF2B5EF4-FFF2-40B4-BE49-F238E27FC236}">
                  <a16:creationId xmlns:a16="http://schemas.microsoft.com/office/drawing/2014/main" id="{C26C5EC9-FED4-BF76-19FC-B78E086301FC}"/>
                </a:ext>
              </a:extLst>
            </p:cNvPr>
            <p:cNvSpPr txBox="1">
              <a:spLocks/>
            </p:cNvSpPr>
            <p:nvPr/>
          </p:nvSpPr>
          <p:spPr>
            <a:xfrm>
              <a:off x="717631" y="836615"/>
              <a:ext cx="7507157" cy="59540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457200" marR="0" lvl="0" indent="-3175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400"/>
                <a:buFont typeface="Oxygen"/>
                <a:buChar char="●"/>
                <a:defRPr sz="1400" b="0" i="0" u="none" strike="noStrike" cap="none">
                  <a:solidFill>
                    <a:schemeClr val="lt2"/>
                  </a:solidFill>
                  <a:latin typeface="Oxygen"/>
                  <a:ea typeface="Oxygen"/>
                  <a:cs typeface="Oxygen"/>
                  <a:sym typeface="Oxygen"/>
                </a:defRPr>
              </a:lvl1pPr>
              <a:lvl2pPr marL="914400" marR="0" lvl="1" indent="-317500" algn="l" rtl="0">
                <a:lnSpc>
                  <a:spcPct val="115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lt2"/>
                </a:buClr>
                <a:buSzPts val="1400"/>
                <a:buFont typeface="Oxygen"/>
                <a:buChar char="○"/>
                <a:defRPr sz="1400" b="0" i="0" u="none" strike="noStrike" cap="none">
                  <a:solidFill>
                    <a:schemeClr val="lt2"/>
                  </a:solidFill>
                  <a:latin typeface="Oxygen"/>
                  <a:ea typeface="Oxygen"/>
                  <a:cs typeface="Oxygen"/>
                  <a:sym typeface="Oxygen"/>
                </a:defRPr>
              </a:lvl2pPr>
              <a:lvl3pPr marL="1371600" marR="0" lvl="2" indent="-317500" algn="l" rtl="0">
                <a:lnSpc>
                  <a:spcPct val="115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lt2"/>
                </a:buClr>
                <a:buSzPts val="1400"/>
                <a:buFont typeface="Oxygen"/>
                <a:buChar char="■"/>
                <a:defRPr sz="1400" b="0" i="0" u="none" strike="noStrike" cap="none">
                  <a:solidFill>
                    <a:schemeClr val="lt2"/>
                  </a:solidFill>
                  <a:latin typeface="Oxygen"/>
                  <a:ea typeface="Oxygen"/>
                  <a:cs typeface="Oxygen"/>
                  <a:sym typeface="Oxygen"/>
                </a:defRPr>
              </a:lvl3pPr>
              <a:lvl4pPr marL="1828800" marR="0" lvl="3" indent="-317500" algn="l" rtl="0">
                <a:lnSpc>
                  <a:spcPct val="115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lt2"/>
                </a:buClr>
                <a:buSzPts val="1400"/>
                <a:buFont typeface="Oxygen"/>
                <a:buChar char="●"/>
                <a:defRPr sz="1400" b="0" i="0" u="none" strike="noStrike" cap="none">
                  <a:solidFill>
                    <a:schemeClr val="lt2"/>
                  </a:solidFill>
                  <a:latin typeface="Oxygen"/>
                  <a:ea typeface="Oxygen"/>
                  <a:cs typeface="Oxygen"/>
                  <a:sym typeface="Oxygen"/>
                </a:defRPr>
              </a:lvl4pPr>
              <a:lvl5pPr marL="2286000" marR="0" lvl="4" indent="-317500" algn="l" rtl="0">
                <a:lnSpc>
                  <a:spcPct val="115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lt2"/>
                </a:buClr>
                <a:buSzPts val="1400"/>
                <a:buFont typeface="Oxygen"/>
                <a:buChar char="○"/>
                <a:defRPr sz="1400" b="0" i="0" u="none" strike="noStrike" cap="none">
                  <a:solidFill>
                    <a:schemeClr val="lt2"/>
                  </a:solidFill>
                  <a:latin typeface="Oxygen"/>
                  <a:ea typeface="Oxygen"/>
                  <a:cs typeface="Oxygen"/>
                  <a:sym typeface="Oxygen"/>
                </a:defRPr>
              </a:lvl5pPr>
              <a:lvl6pPr marL="2743200" marR="0" lvl="5" indent="-317500" algn="l" rtl="0">
                <a:lnSpc>
                  <a:spcPct val="115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lt2"/>
                </a:buClr>
                <a:buSzPts val="1400"/>
                <a:buFont typeface="Oxygen"/>
                <a:buChar char="■"/>
                <a:defRPr sz="1400" b="0" i="0" u="none" strike="noStrike" cap="none">
                  <a:solidFill>
                    <a:schemeClr val="lt2"/>
                  </a:solidFill>
                  <a:latin typeface="Oxygen"/>
                  <a:ea typeface="Oxygen"/>
                  <a:cs typeface="Oxygen"/>
                  <a:sym typeface="Oxygen"/>
                </a:defRPr>
              </a:lvl6pPr>
              <a:lvl7pPr marL="3200400" marR="0" lvl="6" indent="-317500" algn="l" rtl="0">
                <a:lnSpc>
                  <a:spcPct val="115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lt2"/>
                </a:buClr>
                <a:buSzPts val="1400"/>
                <a:buFont typeface="Oxygen"/>
                <a:buChar char="●"/>
                <a:defRPr sz="1400" b="0" i="0" u="none" strike="noStrike" cap="none">
                  <a:solidFill>
                    <a:schemeClr val="lt2"/>
                  </a:solidFill>
                  <a:latin typeface="Oxygen"/>
                  <a:ea typeface="Oxygen"/>
                  <a:cs typeface="Oxygen"/>
                  <a:sym typeface="Oxygen"/>
                </a:defRPr>
              </a:lvl7pPr>
              <a:lvl8pPr marL="3657600" marR="0" lvl="7" indent="-317500" algn="l" rtl="0">
                <a:lnSpc>
                  <a:spcPct val="115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lt2"/>
                </a:buClr>
                <a:buSzPts val="1400"/>
                <a:buFont typeface="Oxygen"/>
                <a:buChar char="○"/>
                <a:defRPr sz="1400" b="0" i="0" u="none" strike="noStrike" cap="none">
                  <a:solidFill>
                    <a:schemeClr val="lt2"/>
                  </a:solidFill>
                  <a:latin typeface="Oxygen"/>
                  <a:ea typeface="Oxygen"/>
                  <a:cs typeface="Oxygen"/>
                  <a:sym typeface="Oxygen"/>
                </a:defRPr>
              </a:lvl8pPr>
              <a:lvl9pPr marL="4114800" marR="0" lvl="8" indent="-317500" algn="l" rtl="0">
                <a:lnSpc>
                  <a:spcPct val="115000"/>
                </a:lnSpc>
                <a:spcBef>
                  <a:spcPts val="1600"/>
                </a:spcBef>
                <a:spcAft>
                  <a:spcPts val="1600"/>
                </a:spcAft>
                <a:buClr>
                  <a:schemeClr val="lt2"/>
                </a:buClr>
                <a:buSzPts val="1400"/>
                <a:buFont typeface="Oxygen"/>
                <a:buChar char="■"/>
                <a:defRPr sz="1400" b="0" i="0" u="none" strike="noStrike" cap="none">
                  <a:solidFill>
                    <a:schemeClr val="lt2"/>
                  </a:solidFill>
                  <a:latin typeface="Oxygen"/>
                  <a:ea typeface="Oxygen"/>
                  <a:cs typeface="Oxygen"/>
                  <a:sym typeface="Oxygen"/>
                </a:defRPr>
              </a:lvl9pPr>
            </a:lstStyle>
            <a:p>
              <a:pPr marL="0" indent="0">
                <a:spcAft>
                  <a:spcPts val="1600"/>
                </a:spcAft>
                <a:buFont typeface="Oxygen"/>
                <a:buNone/>
              </a:pPr>
              <a:r>
                <a:rPr lang="en-US" sz="2000" b="1" dirty="0" err="1">
                  <a:solidFill>
                    <a:schemeClr val="accent3">
                      <a:lumMod val="50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Sơ</a:t>
              </a:r>
              <a:r>
                <a:rPr lang="en-US" sz="2000" b="1" dirty="0">
                  <a:solidFill>
                    <a:schemeClr val="accent3">
                      <a:lumMod val="50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lang="en-US" sz="2000" b="1" dirty="0" err="1">
                  <a:solidFill>
                    <a:schemeClr val="accent3">
                      <a:lumMod val="50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đồ</a:t>
              </a:r>
              <a:r>
                <a:rPr lang="en-US" sz="2000" b="1" dirty="0">
                  <a:solidFill>
                    <a:schemeClr val="accent3">
                      <a:lumMod val="50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lang="en-US" sz="2000" b="1" dirty="0" err="1">
                  <a:solidFill>
                    <a:schemeClr val="accent3">
                      <a:lumMod val="50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khối</a:t>
              </a:r>
              <a:r>
                <a:rPr lang="en-US" sz="2000" b="1" dirty="0">
                  <a:solidFill>
                    <a:schemeClr val="accent3">
                      <a:lumMod val="50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lang="en-US" sz="2000" b="1" dirty="0" err="1">
                  <a:solidFill>
                    <a:schemeClr val="accent3">
                      <a:lumMod val="50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câu</a:t>
              </a:r>
              <a:r>
                <a:rPr lang="en-US" sz="2000" b="1" dirty="0">
                  <a:solidFill>
                    <a:schemeClr val="accent3">
                      <a:lumMod val="50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2</a:t>
              </a:r>
            </a:p>
          </p:txBody>
        </p:sp>
      </p:grpSp>
      <p:sp>
        <p:nvSpPr>
          <p:cNvPr id="32" name="Rectangle 31">
            <a:extLst>
              <a:ext uri="{FF2B5EF4-FFF2-40B4-BE49-F238E27FC236}">
                <a16:creationId xmlns:a16="http://schemas.microsoft.com/office/drawing/2014/main" id="{6DE51A91-3DA5-A520-A989-2810D93CA8D7}"/>
              </a:ext>
            </a:extLst>
          </p:cNvPr>
          <p:cNvSpPr/>
          <p:nvPr/>
        </p:nvSpPr>
        <p:spPr>
          <a:xfrm>
            <a:off x="929705" y="826884"/>
            <a:ext cx="883920" cy="35052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DHT11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896072CA-5DAC-AD0B-C66A-A8B6C96BB1C1}"/>
              </a:ext>
            </a:extLst>
          </p:cNvPr>
          <p:cNvSpPr/>
          <p:nvPr/>
        </p:nvSpPr>
        <p:spPr>
          <a:xfrm>
            <a:off x="937451" y="1520094"/>
            <a:ext cx="883920" cy="35052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DHT11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67B0CB3A-6DF9-1BCF-3244-CDFB5F1A6412}"/>
              </a:ext>
            </a:extLst>
          </p:cNvPr>
          <p:cNvSpPr/>
          <p:nvPr/>
        </p:nvSpPr>
        <p:spPr>
          <a:xfrm>
            <a:off x="929705" y="2269683"/>
            <a:ext cx="883920" cy="35052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DHT11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52DE2D31-AE2B-B41E-AD29-6E9EB1981E6C}"/>
              </a:ext>
            </a:extLst>
          </p:cNvPr>
          <p:cNvSpPr/>
          <p:nvPr/>
        </p:nvSpPr>
        <p:spPr>
          <a:xfrm>
            <a:off x="2575621" y="817600"/>
            <a:ext cx="1013395" cy="35052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ERF32_1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E42976E1-E954-A2FA-332F-47DD0B21DD71}"/>
              </a:ext>
            </a:extLst>
          </p:cNvPr>
          <p:cNvSpPr/>
          <p:nvPr/>
        </p:nvSpPr>
        <p:spPr>
          <a:xfrm>
            <a:off x="2575621" y="1524597"/>
            <a:ext cx="1013395" cy="35052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ERF32_2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0D970B5A-6201-3D54-6B3E-9E98ABCCB80B}"/>
              </a:ext>
            </a:extLst>
          </p:cNvPr>
          <p:cNvSpPr/>
          <p:nvPr/>
        </p:nvSpPr>
        <p:spPr>
          <a:xfrm>
            <a:off x="2575620" y="2269683"/>
            <a:ext cx="1013395" cy="35052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ERF32_3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65BBD3C1-4F83-9972-0C15-192F488C316D}"/>
              </a:ext>
            </a:extLst>
          </p:cNvPr>
          <p:cNvSpPr/>
          <p:nvPr/>
        </p:nvSpPr>
        <p:spPr>
          <a:xfrm>
            <a:off x="4351011" y="819860"/>
            <a:ext cx="1013395" cy="35052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BLE_ADV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F0EB810A-26C9-DADE-C8AE-55A43DDDF508}"/>
              </a:ext>
            </a:extLst>
          </p:cNvPr>
          <p:cNvSpPr/>
          <p:nvPr/>
        </p:nvSpPr>
        <p:spPr>
          <a:xfrm>
            <a:off x="4351011" y="2269683"/>
            <a:ext cx="1013395" cy="35052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BLE_ADV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9BD13CC1-A439-46D8-0614-A49CC6B58CE2}"/>
              </a:ext>
            </a:extLst>
          </p:cNvPr>
          <p:cNvSpPr/>
          <p:nvPr/>
        </p:nvSpPr>
        <p:spPr>
          <a:xfrm>
            <a:off x="4351012" y="1524597"/>
            <a:ext cx="1013395" cy="35052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BLE_ADV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95832405-29ED-027C-28B6-C63F4B474C00}"/>
              </a:ext>
            </a:extLst>
          </p:cNvPr>
          <p:cNvSpPr/>
          <p:nvPr/>
        </p:nvSpPr>
        <p:spPr>
          <a:xfrm>
            <a:off x="7322629" y="1609484"/>
            <a:ext cx="1600195" cy="35052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Smart Phone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28044746-9241-77B2-FEDB-D3DA62A7A7E8}"/>
              </a:ext>
            </a:extLst>
          </p:cNvPr>
          <p:cNvSpPr/>
          <p:nvPr/>
        </p:nvSpPr>
        <p:spPr>
          <a:xfrm>
            <a:off x="426916" y="3668724"/>
            <a:ext cx="1600195" cy="35052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Tính</a:t>
            </a:r>
            <a:r>
              <a:rPr lang="en-US" dirty="0"/>
              <a:t> </a:t>
            </a:r>
            <a:r>
              <a:rPr lang="en-US" dirty="0" err="1"/>
              <a:t>khoảng</a:t>
            </a:r>
            <a:r>
              <a:rPr lang="en-US" dirty="0"/>
              <a:t> </a:t>
            </a:r>
            <a:r>
              <a:rPr lang="en-US" dirty="0" err="1"/>
              <a:t>cách</a:t>
            </a:r>
            <a:endParaRPr lang="en-US" dirty="0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B50882A2-961B-CD49-79B7-28DD4BFB4710}"/>
              </a:ext>
            </a:extLst>
          </p:cNvPr>
          <p:cNvSpPr/>
          <p:nvPr/>
        </p:nvSpPr>
        <p:spPr>
          <a:xfrm>
            <a:off x="5075088" y="3668724"/>
            <a:ext cx="1318200" cy="35052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Vị</a:t>
            </a:r>
            <a:r>
              <a:rPr lang="en-US" dirty="0"/>
              <a:t> </a:t>
            </a:r>
            <a:r>
              <a:rPr lang="en-US" dirty="0" err="1"/>
              <a:t>trí</a:t>
            </a:r>
            <a:r>
              <a:rPr lang="en-US" dirty="0"/>
              <a:t> (X, Y)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931C5B64-FC00-1668-2D49-B31E24877C7A}"/>
              </a:ext>
            </a:extLst>
          </p:cNvPr>
          <p:cNvSpPr/>
          <p:nvPr/>
        </p:nvSpPr>
        <p:spPr>
          <a:xfrm>
            <a:off x="7421981" y="3181639"/>
            <a:ext cx="1600195" cy="35052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Bản</a:t>
            </a:r>
            <a:r>
              <a:rPr lang="en-US" dirty="0"/>
              <a:t> </a:t>
            </a:r>
            <a:r>
              <a:rPr lang="en-US" dirty="0" err="1"/>
              <a:t>đồ</a:t>
            </a:r>
            <a:r>
              <a:rPr lang="en-US" dirty="0"/>
              <a:t> </a:t>
            </a:r>
            <a:r>
              <a:rPr lang="en-US" dirty="0" err="1"/>
              <a:t>phòng</a:t>
            </a:r>
            <a:endParaRPr lang="en-US" dirty="0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F6F870B2-CC2A-7AF2-5781-63B1B68AA732}"/>
              </a:ext>
            </a:extLst>
          </p:cNvPr>
          <p:cNvSpPr/>
          <p:nvPr/>
        </p:nvSpPr>
        <p:spPr>
          <a:xfrm>
            <a:off x="7421980" y="4243326"/>
            <a:ext cx="1600195" cy="35052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endParaRPr lang="en-US" dirty="0"/>
          </a:p>
        </p:txBody>
      </p: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34D4417E-0413-572B-0155-C5F5A21B6F6A}"/>
              </a:ext>
            </a:extLst>
          </p:cNvPr>
          <p:cNvCxnSpPr>
            <a:cxnSpLocks/>
            <a:stCxn id="32" idx="3"/>
            <a:endCxn id="36" idx="1"/>
          </p:cNvCxnSpPr>
          <p:nvPr/>
        </p:nvCxnSpPr>
        <p:spPr>
          <a:xfrm flipV="1">
            <a:off x="1813625" y="992860"/>
            <a:ext cx="761996" cy="92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DD52A7B3-7526-19BD-0FC5-D0E903626D2A}"/>
              </a:ext>
            </a:extLst>
          </p:cNvPr>
          <p:cNvCxnSpPr>
            <a:cxnSpLocks/>
            <a:stCxn id="33" idx="3"/>
            <a:endCxn id="37" idx="1"/>
          </p:cNvCxnSpPr>
          <p:nvPr/>
        </p:nvCxnSpPr>
        <p:spPr>
          <a:xfrm>
            <a:off x="1821371" y="1695354"/>
            <a:ext cx="754250" cy="45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3A39EA2E-1689-A083-C2FE-2F0BF0B166C7}"/>
              </a:ext>
            </a:extLst>
          </p:cNvPr>
          <p:cNvCxnSpPr>
            <a:cxnSpLocks/>
            <a:stCxn id="34" idx="3"/>
            <a:endCxn id="38" idx="1"/>
          </p:cNvCxnSpPr>
          <p:nvPr/>
        </p:nvCxnSpPr>
        <p:spPr>
          <a:xfrm>
            <a:off x="1813625" y="2444943"/>
            <a:ext cx="76199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8" name="Straight Arrow Connector 257">
            <a:extLst>
              <a:ext uri="{FF2B5EF4-FFF2-40B4-BE49-F238E27FC236}">
                <a16:creationId xmlns:a16="http://schemas.microsoft.com/office/drawing/2014/main" id="{0F7B377C-F084-3170-3CC8-B73A7FC5AAFB}"/>
              </a:ext>
            </a:extLst>
          </p:cNvPr>
          <p:cNvCxnSpPr>
            <a:cxnSpLocks/>
          </p:cNvCxnSpPr>
          <p:nvPr/>
        </p:nvCxnSpPr>
        <p:spPr>
          <a:xfrm>
            <a:off x="3567980" y="992860"/>
            <a:ext cx="761995" cy="22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1" name="Straight Arrow Connector 260">
            <a:extLst>
              <a:ext uri="{FF2B5EF4-FFF2-40B4-BE49-F238E27FC236}">
                <a16:creationId xmlns:a16="http://schemas.microsoft.com/office/drawing/2014/main" id="{F3EBDC5A-2B12-2AD0-7520-C94B98982611}"/>
              </a:ext>
            </a:extLst>
          </p:cNvPr>
          <p:cNvCxnSpPr>
            <a:cxnSpLocks/>
            <a:stCxn id="37" idx="3"/>
            <a:endCxn id="49" idx="1"/>
          </p:cNvCxnSpPr>
          <p:nvPr/>
        </p:nvCxnSpPr>
        <p:spPr>
          <a:xfrm>
            <a:off x="3589016" y="1699857"/>
            <a:ext cx="76199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4" name="Straight Arrow Connector 263">
            <a:extLst>
              <a:ext uri="{FF2B5EF4-FFF2-40B4-BE49-F238E27FC236}">
                <a16:creationId xmlns:a16="http://schemas.microsoft.com/office/drawing/2014/main" id="{00BE9004-0256-C7F4-BA55-37F7613287C4}"/>
              </a:ext>
            </a:extLst>
          </p:cNvPr>
          <p:cNvCxnSpPr>
            <a:cxnSpLocks/>
            <a:stCxn id="38" idx="3"/>
            <a:endCxn id="48" idx="1"/>
          </p:cNvCxnSpPr>
          <p:nvPr/>
        </p:nvCxnSpPr>
        <p:spPr>
          <a:xfrm>
            <a:off x="3589015" y="2444943"/>
            <a:ext cx="76199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5" name="Connector: Curved 274">
            <a:extLst>
              <a:ext uri="{FF2B5EF4-FFF2-40B4-BE49-F238E27FC236}">
                <a16:creationId xmlns:a16="http://schemas.microsoft.com/office/drawing/2014/main" id="{52DA71EF-E46E-BFC9-D564-A7ACE8AB3DA3}"/>
              </a:ext>
            </a:extLst>
          </p:cNvPr>
          <p:cNvCxnSpPr>
            <a:stCxn id="47" idx="3"/>
            <a:endCxn id="50" idx="1"/>
          </p:cNvCxnSpPr>
          <p:nvPr/>
        </p:nvCxnSpPr>
        <p:spPr>
          <a:xfrm>
            <a:off x="5364406" y="995120"/>
            <a:ext cx="1958223" cy="789624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6" name="Connector: Curved 275">
            <a:extLst>
              <a:ext uri="{FF2B5EF4-FFF2-40B4-BE49-F238E27FC236}">
                <a16:creationId xmlns:a16="http://schemas.microsoft.com/office/drawing/2014/main" id="{96DE93E6-9CAC-C401-8BD7-5C32F49D2169}"/>
              </a:ext>
            </a:extLst>
          </p:cNvPr>
          <p:cNvCxnSpPr>
            <a:cxnSpLocks/>
            <a:stCxn id="48" idx="3"/>
            <a:endCxn id="50" idx="1"/>
          </p:cNvCxnSpPr>
          <p:nvPr/>
        </p:nvCxnSpPr>
        <p:spPr>
          <a:xfrm flipV="1">
            <a:off x="5364406" y="1784744"/>
            <a:ext cx="1958223" cy="660199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8" name="Connector: Curved 277">
            <a:extLst>
              <a:ext uri="{FF2B5EF4-FFF2-40B4-BE49-F238E27FC236}">
                <a16:creationId xmlns:a16="http://schemas.microsoft.com/office/drawing/2014/main" id="{BA3D8188-34E6-9314-D498-D0E226890DCE}"/>
              </a:ext>
            </a:extLst>
          </p:cNvPr>
          <p:cNvCxnSpPr>
            <a:cxnSpLocks/>
            <a:stCxn id="49" idx="3"/>
            <a:endCxn id="50" idx="1"/>
          </p:cNvCxnSpPr>
          <p:nvPr/>
        </p:nvCxnSpPr>
        <p:spPr>
          <a:xfrm>
            <a:off x="5364407" y="1699857"/>
            <a:ext cx="1958222" cy="84887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2" name="Connector: Curved 281">
            <a:extLst>
              <a:ext uri="{FF2B5EF4-FFF2-40B4-BE49-F238E27FC236}">
                <a16:creationId xmlns:a16="http://schemas.microsoft.com/office/drawing/2014/main" id="{20DA3EAF-42AC-56B9-D7CF-9B2B39A1311F}"/>
              </a:ext>
            </a:extLst>
          </p:cNvPr>
          <p:cNvCxnSpPr>
            <a:cxnSpLocks/>
            <a:stCxn id="50" idx="2"/>
            <a:endCxn id="53" idx="0"/>
          </p:cNvCxnSpPr>
          <p:nvPr/>
        </p:nvCxnSpPr>
        <p:spPr>
          <a:xfrm rot="5400000">
            <a:off x="3820511" y="-633492"/>
            <a:ext cx="1708720" cy="6895713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5" name="Straight Arrow Connector 284">
            <a:extLst>
              <a:ext uri="{FF2B5EF4-FFF2-40B4-BE49-F238E27FC236}">
                <a16:creationId xmlns:a16="http://schemas.microsoft.com/office/drawing/2014/main" id="{0D392635-1AD6-9AD0-68EE-D5D04589506D}"/>
              </a:ext>
            </a:extLst>
          </p:cNvPr>
          <p:cNvCxnSpPr>
            <a:cxnSpLocks/>
            <a:endCxn id="54" idx="1"/>
          </p:cNvCxnSpPr>
          <p:nvPr/>
        </p:nvCxnSpPr>
        <p:spPr>
          <a:xfrm>
            <a:off x="4419702" y="3843984"/>
            <a:ext cx="65538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4" name="Connector: Curved 293">
            <a:extLst>
              <a:ext uri="{FF2B5EF4-FFF2-40B4-BE49-F238E27FC236}">
                <a16:creationId xmlns:a16="http://schemas.microsoft.com/office/drawing/2014/main" id="{1E2834A9-83D8-5B6B-F2EC-655BC338C78E}"/>
              </a:ext>
            </a:extLst>
          </p:cNvPr>
          <p:cNvCxnSpPr>
            <a:cxnSpLocks/>
            <a:stCxn id="54" idx="3"/>
            <a:endCxn id="56" idx="1"/>
          </p:cNvCxnSpPr>
          <p:nvPr/>
        </p:nvCxnSpPr>
        <p:spPr>
          <a:xfrm>
            <a:off x="6393288" y="3843984"/>
            <a:ext cx="1028692" cy="574602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8" name="Connector: Curved 297">
            <a:extLst>
              <a:ext uri="{FF2B5EF4-FFF2-40B4-BE49-F238E27FC236}">
                <a16:creationId xmlns:a16="http://schemas.microsoft.com/office/drawing/2014/main" id="{95FD66AF-86F4-7B3A-3212-DC351ABFEBF1}"/>
              </a:ext>
            </a:extLst>
          </p:cNvPr>
          <p:cNvCxnSpPr>
            <a:cxnSpLocks/>
            <a:stCxn id="54" idx="3"/>
            <a:endCxn id="55" idx="1"/>
          </p:cNvCxnSpPr>
          <p:nvPr/>
        </p:nvCxnSpPr>
        <p:spPr>
          <a:xfrm flipV="1">
            <a:off x="6393288" y="3356899"/>
            <a:ext cx="1028693" cy="487085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1" name="TextBox 300">
            <a:extLst>
              <a:ext uri="{FF2B5EF4-FFF2-40B4-BE49-F238E27FC236}">
                <a16:creationId xmlns:a16="http://schemas.microsoft.com/office/drawing/2014/main" id="{1E522F1D-89E3-4EFD-7B2D-0DEA92208987}"/>
              </a:ext>
            </a:extLst>
          </p:cNvPr>
          <p:cNvSpPr txBox="1"/>
          <p:nvPr/>
        </p:nvSpPr>
        <p:spPr>
          <a:xfrm>
            <a:off x="1894182" y="704505"/>
            <a:ext cx="66236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 wire</a:t>
            </a:r>
          </a:p>
        </p:txBody>
      </p:sp>
      <p:sp>
        <p:nvSpPr>
          <p:cNvPr id="304" name="TextBox 303">
            <a:extLst>
              <a:ext uri="{FF2B5EF4-FFF2-40B4-BE49-F238E27FC236}">
                <a16:creationId xmlns:a16="http://schemas.microsoft.com/office/drawing/2014/main" id="{47F9287C-3960-6915-83C4-A4CB2293F612}"/>
              </a:ext>
            </a:extLst>
          </p:cNvPr>
          <p:cNvSpPr txBox="1"/>
          <p:nvPr/>
        </p:nvSpPr>
        <p:spPr>
          <a:xfrm>
            <a:off x="1871188" y="1391673"/>
            <a:ext cx="66236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 wire</a:t>
            </a:r>
          </a:p>
        </p:txBody>
      </p:sp>
      <p:sp>
        <p:nvSpPr>
          <p:cNvPr id="305" name="TextBox 304">
            <a:extLst>
              <a:ext uri="{FF2B5EF4-FFF2-40B4-BE49-F238E27FC236}">
                <a16:creationId xmlns:a16="http://schemas.microsoft.com/office/drawing/2014/main" id="{0215E03E-51BB-412D-E361-11978DB6459E}"/>
              </a:ext>
            </a:extLst>
          </p:cNvPr>
          <p:cNvSpPr txBox="1"/>
          <p:nvPr/>
        </p:nvSpPr>
        <p:spPr>
          <a:xfrm>
            <a:off x="1844391" y="2131417"/>
            <a:ext cx="66236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 wire</a:t>
            </a:r>
          </a:p>
        </p:txBody>
      </p:sp>
      <p:sp>
        <p:nvSpPr>
          <p:cNvPr id="312" name="TextBox 311">
            <a:extLst>
              <a:ext uri="{FF2B5EF4-FFF2-40B4-BE49-F238E27FC236}">
                <a16:creationId xmlns:a16="http://schemas.microsoft.com/office/drawing/2014/main" id="{FEB8BEB7-0209-20A7-2AFB-E5313D8705E8}"/>
              </a:ext>
            </a:extLst>
          </p:cNvPr>
          <p:cNvSpPr txBox="1"/>
          <p:nvPr/>
        </p:nvSpPr>
        <p:spPr>
          <a:xfrm>
            <a:off x="5551091" y="712422"/>
            <a:ext cx="11506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RSSI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3076E22-7A69-AD81-CB62-EE89DFC4A080}"/>
              </a:ext>
            </a:extLst>
          </p:cNvPr>
          <p:cNvSpPr/>
          <p:nvPr/>
        </p:nvSpPr>
        <p:spPr>
          <a:xfrm>
            <a:off x="2815793" y="3668724"/>
            <a:ext cx="1600195" cy="35052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Tính</a:t>
            </a:r>
            <a:r>
              <a:rPr lang="en-US" dirty="0"/>
              <a:t> </a:t>
            </a:r>
            <a:r>
              <a:rPr lang="en-US" dirty="0" err="1"/>
              <a:t>lực</a:t>
            </a:r>
            <a:r>
              <a:rPr lang="en-US" dirty="0"/>
              <a:t> </a:t>
            </a:r>
            <a:r>
              <a:rPr lang="en-US" dirty="0" err="1"/>
              <a:t>kéo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864DD4D-D1B6-36B7-DD5E-C376058F3496}"/>
              </a:ext>
            </a:extLst>
          </p:cNvPr>
          <p:cNvSpPr txBox="1"/>
          <p:nvPr/>
        </p:nvSpPr>
        <p:spPr>
          <a:xfrm>
            <a:off x="5441621" y="1334773"/>
            <a:ext cx="11506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RSSI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C178D2B-1832-84D2-42A6-8677A93A0F2D}"/>
              </a:ext>
            </a:extLst>
          </p:cNvPr>
          <p:cNvSpPr txBox="1"/>
          <p:nvPr/>
        </p:nvSpPr>
        <p:spPr>
          <a:xfrm>
            <a:off x="5441621" y="1999629"/>
            <a:ext cx="11506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RSSI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8688DB69-84A9-7232-326B-96CACB1F7522}"/>
              </a:ext>
            </a:extLst>
          </p:cNvPr>
          <p:cNvCxnSpPr>
            <a:cxnSpLocks/>
            <a:endCxn id="2" idx="1"/>
          </p:cNvCxnSpPr>
          <p:nvPr/>
        </p:nvCxnSpPr>
        <p:spPr>
          <a:xfrm>
            <a:off x="1920234" y="3843984"/>
            <a:ext cx="89555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5C8F082B-6E5A-2703-1BD2-B33CCD938652}"/>
              </a:ext>
            </a:extLst>
          </p:cNvPr>
          <p:cNvGrpSpPr/>
          <p:nvPr/>
        </p:nvGrpSpPr>
        <p:grpSpPr>
          <a:xfrm>
            <a:off x="124182" y="-275"/>
            <a:ext cx="7918895" cy="595401"/>
            <a:chOff x="305893" y="836615"/>
            <a:chExt cx="7918895" cy="595401"/>
          </a:xfrm>
        </p:grpSpPr>
        <p:sp>
          <p:nvSpPr>
            <p:cNvPr id="6" name="Google Shape;1447;p74">
              <a:extLst>
                <a:ext uri="{FF2B5EF4-FFF2-40B4-BE49-F238E27FC236}">
                  <a16:creationId xmlns:a16="http://schemas.microsoft.com/office/drawing/2014/main" id="{40EE4B5C-258C-9738-5A1A-87778D81010C}"/>
                </a:ext>
              </a:extLst>
            </p:cNvPr>
            <p:cNvSpPr/>
            <p:nvPr/>
          </p:nvSpPr>
          <p:spPr>
            <a:xfrm>
              <a:off x="305893" y="921634"/>
              <a:ext cx="411738" cy="425365"/>
            </a:xfrm>
            <a:custGeom>
              <a:avLst/>
              <a:gdLst/>
              <a:ahLst/>
              <a:cxnLst/>
              <a:rect l="l" t="t" r="r" b="b"/>
              <a:pathLst>
                <a:path w="3008" h="2157" extrusionOk="0">
                  <a:moveTo>
                    <a:pt x="0" y="0"/>
                  </a:moveTo>
                  <a:lnTo>
                    <a:pt x="729" y="1075"/>
                  </a:lnTo>
                  <a:lnTo>
                    <a:pt x="0" y="2157"/>
                  </a:lnTo>
                  <a:lnTo>
                    <a:pt x="0" y="2157"/>
                  </a:lnTo>
                  <a:lnTo>
                    <a:pt x="3008" y="10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noFill/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" name="Google Shape;179;p36">
              <a:extLst>
                <a:ext uri="{FF2B5EF4-FFF2-40B4-BE49-F238E27FC236}">
                  <a16:creationId xmlns:a16="http://schemas.microsoft.com/office/drawing/2014/main" id="{75E70A98-E0AF-50F3-78B9-451860EEB8FF}"/>
                </a:ext>
              </a:extLst>
            </p:cNvPr>
            <p:cNvSpPr txBox="1">
              <a:spLocks/>
            </p:cNvSpPr>
            <p:nvPr/>
          </p:nvSpPr>
          <p:spPr>
            <a:xfrm>
              <a:off x="717631" y="836615"/>
              <a:ext cx="7507157" cy="59540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457200" marR="0" lvl="0" indent="-3175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400"/>
                <a:buFont typeface="Oxygen"/>
                <a:buChar char="●"/>
                <a:defRPr sz="1400" b="0" i="0" u="none" strike="noStrike" cap="none">
                  <a:solidFill>
                    <a:schemeClr val="lt2"/>
                  </a:solidFill>
                  <a:latin typeface="Oxygen"/>
                  <a:ea typeface="Oxygen"/>
                  <a:cs typeface="Oxygen"/>
                  <a:sym typeface="Oxygen"/>
                </a:defRPr>
              </a:lvl1pPr>
              <a:lvl2pPr marL="914400" marR="0" lvl="1" indent="-317500" algn="l" rtl="0">
                <a:lnSpc>
                  <a:spcPct val="115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lt2"/>
                </a:buClr>
                <a:buSzPts val="1400"/>
                <a:buFont typeface="Oxygen"/>
                <a:buChar char="○"/>
                <a:defRPr sz="1400" b="0" i="0" u="none" strike="noStrike" cap="none">
                  <a:solidFill>
                    <a:schemeClr val="lt2"/>
                  </a:solidFill>
                  <a:latin typeface="Oxygen"/>
                  <a:ea typeface="Oxygen"/>
                  <a:cs typeface="Oxygen"/>
                  <a:sym typeface="Oxygen"/>
                </a:defRPr>
              </a:lvl2pPr>
              <a:lvl3pPr marL="1371600" marR="0" lvl="2" indent="-317500" algn="l" rtl="0">
                <a:lnSpc>
                  <a:spcPct val="115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lt2"/>
                </a:buClr>
                <a:buSzPts val="1400"/>
                <a:buFont typeface="Oxygen"/>
                <a:buChar char="■"/>
                <a:defRPr sz="1400" b="0" i="0" u="none" strike="noStrike" cap="none">
                  <a:solidFill>
                    <a:schemeClr val="lt2"/>
                  </a:solidFill>
                  <a:latin typeface="Oxygen"/>
                  <a:ea typeface="Oxygen"/>
                  <a:cs typeface="Oxygen"/>
                  <a:sym typeface="Oxygen"/>
                </a:defRPr>
              </a:lvl3pPr>
              <a:lvl4pPr marL="1828800" marR="0" lvl="3" indent="-317500" algn="l" rtl="0">
                <a:lnSpc>
                  <a:spcPct val="115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lt2"/>
                </a:buClr>
                <a:buSzPts val="1400"/>
                <a:buFont typeface="Oxygen"/>
                <a:buChar char="●"/>
                <a:defRPr sz="1400" b="0" i="0" u="none" strike="noStrike" cap="none">
                  <a:solidFill>
                    <a:schemeClr val="lt2"/>
                  </a:solidFill>
                  <a:latin typeface="Oxygen"/>
                  <a:ea typeface="Oxygen"/>
                  <a:cs typeface="Oxygen"/>
                  <a:sym typeface="Oxygen"/>
                </a:defRPr>
              </a:lvl4pPr>
              <a:lvl5pPr marL="2286000" marR="0" lvl="4" indent="-317500" algn="l" rtl="0">
                <a:lnSpc>
                  <a:spcPct val="115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lt2"/>
                </a:buClr>
                <a:buSzPts val="1400"/>
                <a:buFont typeface="Oxygen"/>
                <a:buChar char="○"/>
                <a:defRPr sz="1400" b="0" i="0" u="none" strike="noStrike" cap="none">
                  <a:solidFill>
                    <a:schemeClr val="lt2"/>
                  </a:solidFill>
                  <a:latin typeface="Oxygen"/>
                  <a:ea typeface="Oxygen"/>
                  <a:cs typeface="Oxygen"/>
                  <a:sym typeface="Oxygen"/>
                </a:defRPr>
              </a:lvl5pPr>
              <a:lvl6pPr marL="2743200" marR="0" lvl="5" indent="-317500" algn="l" rtl="0">
                <a:lnSpc>
                  <a:spcPct val="115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lt2"/>
                </a:buClr>
                <a:buSzPts val="1400"/>
                <a:buFont typeface="Oxygen"/>
                <a:buChar char="■"/>
                <a:defRPr sz="1400" b="0" i="0" u="none" strike="noStrike" cap="none">
                  <a:solidFill>
                    <a:schemeClr val="lt2"/>
                  </a:solidFill>
                  <a:latin typeface="Oxygen"/>
                  <a:ea typeface="Oxygen"/>
                  <a:cs typeface="Oxygen"/>
                  <a:sym typeface="Oxygen"/>
                </a:defRPr>
              </a:lvl6pPr>
              <a:lvl7pPr marL="3200400" marR="0" lvl="6" indent="-317500" algn="l" rtl="0">
                <a:lnSpc>
                  <a:spcPct val="115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lt2"/>
                </a:buClr>
                <a:buSzPts val="1400"/>
                <a:buFont typeface="Oxygen"/>
                <a:buChar char="●"/>
                <a:defRPr sz="1400" b="0" i="0" u="none" strike="noStrike" cap="none">
                  <a:solidFill>
                    <a:schemeClr val="lt2"/>
                  </a:solidFill>
                  <a:latin typeface="Oxygen"/>
                  <a:ea typeface="Oxygen"/>
                  <a:cs typeface="Oxygen"/>
                  <a:sym typeface="Oxygen"/>
                </a:defRPr>
              </a:lvl7pPr>
              <a:lvl8pPr marL="3657600" marR="0" lvl="7" indent="-317500" algn="l" rtl="0">
                <a:lnSpc>
                  <a:spcPct val="115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lt2"/>
                </a:buClr>
                <a:buSzPts val="1400"/>
                <a:buFont typeface="Oxygen"/>
                <a:buChar char="○"/>
                <a:defRPr sz="1400" b="0" i="0" u="none" strike="noStrike" cap="none">
                  <a:solidFill>
                    <a:schemeClr val="lt2"/>
                  </a:solidFill>
                  <a:latin typeface="Oxygen"/>
                  <a:ea typeface="Oxygen"/>
                  <a:cs typeface="Oxygen"/>
                  <a:sym typeface="Oxygen"/>
                </a:defRPr>
              </a:lvl8pPr>
              <a:lvl9pPr marL="4114800" marR="0" lvl="8" indent="-317500" algn="l" rtl="0">
                <a:lnSpc>
                  <a:spcPct val="115000"/>
                </a:lnSpc>
                <a:spcBef>
                  <a:spcPts val="1600"/>
                </a:spcBef>
                <a:spcAft>
                  <a:spcPts val="1600"/>
                </a:spcAft>
                <a:buClr>
                  <a:schemeClr val="lt2"/>
                </a:buClr>
                <a:buSzPts val="1400"/>
                <a:buFont typeface="Oxygen"/>
                <a:buChar char="■"/>
                <a:defRPr sz="1400" b="0" i="0" u="none" strike="noStrike" cap="none">
                  <a:solidFill>
                    <a:schemeClr val="lt2"/>
                  </a:solidFill>
                  <a:latin typeface="Oxygen"/>
                  <a:ea typeface="Oxygen"/>
                  <a:cs typeface="Oxygen"/>
                  <a:sym typeface="Oxygen"/>
                </a:defRPr>
              </a:lvl9pPr>
            </a:lstStyle>
            <a:p>
              <a:pPr marL="0" indent="0">
                <a:spcAft>
                  <a:spcPts val="1600"/>
                </a:spcAft>
                <a:buFont typeface="Oxygen"/>
                <a:buNone/>
              </a:pPr>
              <a:r>
                <a:rPr lang="en-US" sz="2000" b="1" dirty="0">
                  <a:solidFill>
                    <a:schemeClr val="accent3">
                      <a:lumMod val="50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Nguyên </a:t>
              </a:r>
              <a:r>
                <a:rPr lang="en-US" sz="2000" b="1" dirty="0" err="1">
                  <a:solidFill>
                    <a:schemeClr val="accent3">
                      <a:lumMod val="50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lý</a:t>
              </a:r>
              <a:r>
                <a:rPr lang="en-US" sz="2000" b="1" dirty="0">
                  <a:solidFill>
                    <a:schemeClr val="accent3">
                      <a:lumMod val="50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lang="en-US" sz="2000" b="1" dirty="0" err="1">
                  <a:solidFill>
                    <a:schemeClr val="accent3">
                      <a:lumMod val="50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định</a:t>
              </a:r>
              <a:r>
                <a:rPr lang="en-US" sz="2000" b="1" dirty="0">
                  <a:solidFill>
                    <a:schemeClr val="accent3">
                      <a:lumMod val="50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lang="en-US" sz="2000" b="1" dirty="0" err="1">
                  <a:solidFill>
                    <a:schemeClr val="accent3">
                      <a:lumMod val="50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vị</a:t>
              </a:r>
              <a:endParaRPr lang="en-US" sz="2000" b="1" dirty="0">
                <a:solidFill>
                  <a:schemeClr val="accent3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3" name="Oval 2">
            <a:extLst>
              <a:ext uri="{FF2B5EF4-FFF2-40B4-BE49-F238E27FC236}">
                <a16:creationId xmlns:a16="http://schemas.microsoft.com/office/drawing/2014/main" id="{2D12676D-8455-8FA1-F354-DF0962E222AF}"/>
              </a:ext>
            </a:extLst>
          </p:cNvPr>
          <p:cNvSpPr/>
          <p:nvPr/>
        </p:nvSpPr>
        <p:spPr>
          <a:xfrm>
            <a:off x="1564710" y="595126"/>
            <a:ext cx="777025" cy="65297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BA3CA77-3C2C-E6DC-97E8-EA87BE6828FC}"/>
              </a:ext>
            </a:extLst>
          </p:cNvPr>
          <p:cNvSpPr txBox="1"/>
          <p:nvPr/>
        </p:nvSpPr>
        <p:spPr>
          <a:xfrm>
            <a:off x="2528479" y="675167"/>
            <a:ext cx="13525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Trạm</a:t>
            </a:r>
            <a:r>
              <a:rPr lang="en-US" dirty="0"/>
              <a:t> BLE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1FD14B73-879E-9B22-0CF2-9B17667122C1}"/>
              </a:ext>
            </a:extLst>
          </p:cNvPr>
          <p:cNvCxnSpPr>
            <a:stCxn id="3" idx="4"/>
          </p:cNvCxnSpPr>
          <p:nvPr/>
        </p:nvCxnSpPr>
        <p:spPr>
          <a:xfrm>
            <a:off x="1953223" y="1248099"/>
            <a:ext cx="10106" cy="44306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5B44F3B7-B3D2-F75D-3100-1A8D95E1FFBA}"/>
              </a:ext>
            </a:extLst>
          </p:cNvPr>
          <p:cNvSpPr txBox="1"/>
          <p:nvPr/>
        </p:nvSpPr>
        <p:spPr>
          <a:xfrm>
            <a:off x="2242012" y="1346689"/>
            <a:ext cx="28558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RSSI: -40, -45, -58, -62, -86……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1CE7916-59B2-6D40-9606-D1B3AE4FBA7B}"/>
              </a:ext>
            </a:extLst>
          </p:cNvPr>
          <p:cNvSpPr/>
          <p:nvPr/>
        </p:nvSpPr>
        <p:spPr>
          <a:xfrm>
            <a:off x="535920" y="1691167"/>
            <a:ext cx="3008379" cy="77415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91B8403-7474-252A-FC6E-0E27B8F450B5}"/>
              </a:ext>
            </a:extLst>
          </p:cNvPr>
          <p:cNvSpPr txBox="1"/>
          <p:nvPr/>
        </p:nvSpPr>
        <p:spPr>
          <a:xfrm>
            <a:off x="892278" y="1708914"/>
            <a:ext cx="24990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List </a:t>
            </a:r>
            <a:r>
              <a:rPr lang="en-US" dirty="0" err="1">
                <a:solidFill>
                  <a:schemeClr val="accent6">
                    <a:lumMod val="20000"/>
                    <a:lumOff val="80000"/>
                  </a:schemeClr>
                </a:solidFill>
              </a:rPr>
              <a:t>rssi</a:t>
            </a:r>
            <a:r>
              <a:rPr lang="en-US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 = [ RSSI_1,RSSI_2,…RSSI_20 ]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56309E66-7826-BA71-54F3-A8DF1534D403}"/>
              </a:ext>
            </a:extLst>
          </p:cNvPr>
          <p:cNvCxnSpPr/>
          <p:nvPr/>
        </p:nvCxnSpPr>
        <p:spPr>
          <a:xfrm>
            <a:off x="1943116" y="2465326"/>
            <a:ext cx="10106" cy="44306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48C5E781-2D97-E081-8531-51A9F7BBE86C}"/>
              </a:ext>
            </a:extLst>
          </p:cNvPr>
          <p:cNvSpPr txBox="1"/>
          <p:nvPr/>
        </p:nvSpPr>
        <p:spPr>
          <a:xfrm>
            <a:off x="2066961" y="2528476"/>
            <a:ext cx="28558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Thuật</a:t>
            </a:r>
            <a:r>
              <a:rPr lang="en-US" dirty="0"/>
              <a:t> </a:t>
            </a:r>
            <a:r>
              <a:rPr lang="en-US" dirty="0" err="1"/>
              <a:t>toán</a:t>
            </a:r>
            <a:r>
              <a:rPr lang="en-US" dirty="0"/>
              <a:t> Moving Average Filter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13A593F-D86B-9F3F-8751-4D11D810B5EB}"/>
              </a:ext>
            </a:extLst>
          </p:cNvPr>
          <p:cNvSpPr/>
          <p:nvPr/>
        </p:nvSpPr>
        <p:spPr>
          <a:xfrm>
            <a:off x="562772" y="2905054"/>
            <a:ext cx="3008379" cy="77415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E43A729-DCA5-CD16-B8D5-AEAE8A3AA831}"/>
              </a:ext>
            </a:extLst>
          </p:cNvPr>
          <p:cNvSpPr txBox="1"/>
          <p:nvPr/>
        </p:nvSpPr>
        <p:spPr>
          <a:xfrm>
            <a:off x="1045214" y="2977250"/>
            <a:ext cx="249908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chemeClr val="accent6">
                    <a:lumMod val="20000"/>
                    <a:lumOff val="80000"/>
                  </a:schemeClr>
                </a:solidFill>
              </a:rPr>
              <a:t>Tính</a:t>
            </a:r>
            <a:r>
              <a:rPr lang="en-US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6">
                    <a:lumMod val="20000"/>
                    <a:lumOff val="80000"/>
                  </a:schemeClr>
                </a:solidFill>
              </a:rPr>
              <a:t>avgRSSI</a:t>
            </a:r>
            <a:r>
              <a:rPr lang="en-US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 </a:t>
            </a:r>
          </a:p>
          <a:p>
            <a:r>
              <a:rPr lang="en-US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=Trung </a:t>
            </a:r>
            <a:r>
              <a:rPr lang="en-US" dirty="0" err="1">
                <a:solidFill>
                  <a:schemeClr val="accent6">
                    <a:lumMod val="20000"/>
                    <a:lumOff val="80000"/>
                  </a:schemeClr>
                </a:solidFill>
              </a:rPr>
              <a:t>bình</a:t>
            </a:r>
            <a:r>
              <a:rPr lang="en-US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6">
                    <a:lumMod val="20000"/>
                    <a:lumOff val="80000"/>
                  </a:schemeClr>
                </a:solidFill>
              </a:rPr>
              <a:t>cộng</a:t>
            </a:r>
            <a:r>
              <a:rPr lang="en-US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 20 </a:t>
            </a:r>
            <a:r>
              <a:rPr lang="en-US" dirty="0" err="1">
                <a:solidFill>
                  <a:schemeClr val="accent6">
                    <a:lumMod val="20000"/>
                    <a:lumOff val="80000"/>
                  </a:schemeClr>
                </a:solidFill>
              </a:rPr>
              <a:t>mẫu</a:t>
            </a:r>
            <a:r>
              <a:rPr lang="en-US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 </a:t>
            </a:r>
          </a:p>
          <a:p>
            <a:endParaRPr lang="en-US" dirty="0">
              <a:solidFill>
                <a:schemeClr val="accent6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7C1B25F-3094-F64E-79B1-BBEE274D1033}"/>
              </a:ext>
            </a:extLst>
          </p:cNvPr>
          <p:cNvSpPr/>
          <p:nvPr/>
        </p:nvSpPr>
        <p:spPr>
          <a:xfrm>
            <a:off x="562788" y="4161294"/>
            <a:ext cx="3008379" cy="77415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9E366632-46A1-E6C0-ECCE-697FE9F599C2}"/>
              </a:ext>
            </a:extLst>
          </p:cNvPr>
          <p:cNvCxnSpPr>
            <a:cxnSpLocks/>
          </p:cNvCxnSpPr>
          <p:nvPr/>
        </p:nvCxnSpPr>
        <p:spPr>
          <a:xfrm>
            <a:off x="1933010" y="3668584"/>
            <a:ext cx="10106" cy="52941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0A3B0ACE-C238-3C29-38D8-4CA546641A0B}"/>
                  </a:ext>
                </a:extLst>
              </p:cNvPr>
              <p:cNvSpPr txBox="1"/>
              <p:nvPr/>
            </p:nvSpPr>
            <p:spPr>
              <a:xfrm>
                <a:off x="965232" y="4296605"/>
                <a:ext cx="2203458" cy="40421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rPr>
                  <a:t>D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>
                            <a:solidFill>
                              <a:schemeClr val="accent6">
                                <a:lumMod val="20000"/>
                                <a:lumOff val="8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chemeClr val="accent6">
                                <a:lumMod val="20000"/>
                                <a:lumOff val="8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f>
                          <m:fPr>
                            <m:ctrlPr>
                              <a:rPr lang="en-US" i="1">
                                <a:solidFill>
                                  <a:schemeClr val="accent6">
                                    <a:lumMod val="20000"/>
                                    <a:lumOff val="8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solidFill>
                                  <a:schemeClr val="accent6">
                                    <a:lumMod val="20000"/>
                                    <a:lumOff val="8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  <m:sSub>
                              <m:sSubPr>
                                <m:ctrlPr>
                                  <a:rPr lang="en-US" i="1">
                                    <a:solidFill>
                                      <a:schemeClr val="accent6">
                                        <a:lumMod val="20000"/>
                                        <a:lumOff val="8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solidFill>
                                      <a:schemeClr val="accent6">
                                        <a:lumMod val="20000"/>
                                        <a:lumOff val="8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n-US" i="1">
                                    <a:solidFill>
                                      <a:schemeClr val="accent6">
                                        <a:lumMod val="20000"/>
                                        <a:lumOff val="8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𝑃𝑂𝑊𝐸𝑅</m:t>
                                </m:r>
                              </m:sub>
                            </m:sSub>
                            <m:r>
                              <a:rPr lang="en-US" i="1">
                                <a:solidFill>
                                  <a:schemeClr val="accent6">
                                    <a:lumMod val="20000"/>
                                    <a:lumOff val="8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i="1">
                                <a:solidFill>
                                  <a:schemeClr val="accent6">
                                    <a:lumMod val="20000"/>
                                    <a:lumOff val="8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𝑅𝑆𝑆𝐼</m:t>
                            </m:r>
                          </m:num>
                          <m:den>
                            <m:r>
                              <a:rPr lang="en-US" i="1">
                                <a:solidFill>
                                  <a:schemeClr val="accent6">
                                    <a:lumMod val="20000"/>
                                    <a:lumOff val="8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10.</m:t>
                            </m:r>
                            <m:r>
                              <a:rPr lang="en-US" i="1">
                                <a:solidFill>
                                  <a:schemeClr val="accent6">
                                    <a:lumMod val="20000"/>
                                    <a:lumOff val="8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𝑁</m:t>
                            </m:r>
                          </m:den>
                        </m:f>
                      </m:sup>
                    </m:sSup>
                  </m:oMath>
                </a14:m>
                <a:endParaRPr lang="en-US" dirty="0">
                  <a:solidFill>
                    <a:schemeClr val="accent6">
                      <a:lumMod val="20000"/>
                      <a:lumOff val="8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0A3B0ACE-C238-3C29-38D8-4CA546641A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5232" y="4296605"/>
                <a:ext cx="2203458" cy="404213"/>
              </a:xfrm>
              <a:prstGeom prst="rect">
                <a:avLst/>
              </a:prstGeom>
              <a:blipFill>
                <a:blip r:embed="rId3"/>
                <a:stretch>
                  <a:fillRect b="-151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7E36F600-F5B1-98B7-FFF8-03D9F85029D7}"/>
              </a:ext>
            </a:extLst>
          </p:cNvPr>
          <p:cNvCxnSpPr>
            <a:cxnSpLocks/>
            <a:stCxn id="23" idx="3"/>
            <a:endCxn id="35" idx="1"/>
          </p:cNvCxnSpPr>
          <p:nvPr/>
        </p:nvCxnSpPr>
        <p:spPr>
          <a:xfrm>
            <a:off x="3571167" y="4548374"/>
            <a:ext cx="2189355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35" name="Rectangle 34">
            <a:extLst>
              <a:ext uri="{FF2B5EF4-FFF2-40B4-BE49-F238E27FC236}">
                <a16:creationId xmlns:a16="http://schemas.microsoft.com/office/drawing/2014/main" id="{51E2653A-38B9-5C85-7F08-EA6A5C86DDE5}"/>
              </a:ext>
            </a:extLst>
          </p:cNvPr>
          <p:cNvSpPr/>
          <p:nvPr/>
        </p:nvSpPr>
        <p:spPr>
          <a:xfrm>
            <a:off x="5760522" y="4161294"/>
            <a:ext cx="1620234" cy="77415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BA91909-9603-FAB3-01BB-88C9FB3E063C}"/>
              </a:ext>
            </a:extLst>
          </p:cNvPr>
          <p:cNvSpPr txBox="1"/>
          <p:nvPr/>
        </p:nvSpPr>
        <p:spPr>
          <a:xfrm>
            <a:off x="3693449" y="4548373"/>
            <a:ext cx="20159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/>
              <a:t>Thuật</a:t>
            </a:r>
            <a:r>
              <a:rPr lang="en-US" dirty="0"/>
              <a:t> </a:t>
            </a:r>
            <a:r>
              <a:rPr lang="en-US" dirty="0" err="1"/>
              <a:t>toán</a:t>
            </a:r>
            <a:r>
              <a:rPr lang="en-US" dirty="0"/>
              <a:t> Định </a:t>
            </a:r>
            <a:r>
              <a:rPr lang="en-US" dirty="0" err="1"/>
              <a:t>vị</a:t>
            </a:r>
            <a:r>
              <a:rPr lang="en-US" dirty="0"/>
              <a:t> </a:t>
            </a:r>
            <a:r>
              <a:rPr lang="en-US" dirty="0" err="1"/>
              <a:t>trọng</a:t>
            </a:r>
            <a:r>
              <a:rPr lang="en-US" dirty="0"/>
              <a:t> </a:t>
            </a:r>
            <a:r>
              <a:rPr lang="en-US" dirty="0" err="1"/>
              <a:t>tâm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trọng</a:t>
            </a:r>
            <a:r>
              <a:rPr lang="en-US" dirty="0"/>
              <a:t> </a:t>
            </a:r>
            <a:r>
              <a:rPr lang="en-US" dirty="0" err="1"/>
              <a:t>số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611C7908-8B81-9934-A58D-D2AC949D89CC}"/>
                  </a:ext>
                </a:extLst>
              </p:cNvPr>
              <p:cNvSpPr txBox="1"/>
              <p:nvPr/>
            </p:nvSpPr>
            <p:spPr>
              <a:xfrm>
                <a:off x="6105613" y="4250886"/>
                <a:ext cx="930052" cy="49564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chemeClr val="accent6">
                              <a:lumMod val="20000"/>
                              <a:lumOff val="80000"/>
                            </a:schemeClr>
                          </a:solidFill>
                          <a:latin typeface="Cambria Math" panose="02040503050406030204" pitchFamily="18" charset="0"/>
                        </a:rPr>
                        <m:t>𝑊</m:t>
                      </m:r>
                      <m:r>
                        <a:rPr lang="en-US" i="0">
                          <a:solidFill>
                            <a:schemeClr val="accent6">
                              <a:lumMod val="20000"/>
                              <a:lumOff val="8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solidFill>
                                <a:schemeClr val="accent6">
                                  <a:lumMod val="20000"/>
                                  <a:lumOff val="8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0">
                              <a:solidFill>
                                <a:schemeClr val="accent6">
                                  <a:lumMod val="20000"/>
                                  <a:lumOff val="8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en-US" i="1">
                                  <a:solidFill>
                                    <a:schemeClr val="accent6">
                                      <a:lumMod val="20000"/>
                                      <a:lumOff val="8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solidFill>
                                    <a:schemeClr val="accent6">
                                      <a:lumMod val="20000"/>
                                      <a:lumOff val="8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p>
                              <m:r>
                                <a:rPr lang="en-US" i="0">
                                  <a:solidFill>
                                    <a:schemeClr val="accent6">
                                      <a:lumMod val="20000"/>
                                      <a:lumOff val="8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dirty="0">
                  <a:solidFill>
                    <a:schemeClr val="accent6">
                      <a:lumMod val="20000"/>
                      <a:lumOff val="8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611C7908-8B81-9934-A58D-D2AC949D89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05613" y="4250886"/>
                <a:ext cx="930052" cy="495649"/>
              </a:xfrm>
              <a:prstGeom prst="rect">
                <a:avLst/>
              </a:prstGeom>
              <a:blipFill>
                <a:blip r:embed="rId4"/>
                <a:stretch>
                  <a:fillRect b="-12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F8923074-8C87-207A-DBE1-7B9FD9F0B078}"/>
              </a:ext>
            </a:extLst>
          </p:cNvPr>
          <p:cNvCxnSpPr>
            <a:cxnSpLocks/>
            <a:stCxn id="35" idx="0"/>
          </p:cNvCxnSpPr>
          <p:nvPr/>
        </p:nvCxnSpPr>
        <p:spPr>
          <a:xfrm flipV="1">
            <a:off x="6570639" y="3679213"/>
            <a:ext cx="0" cy="48208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51" name="Rectangle 50">
            <a:extLst>
              <a:ext uri="{FF2B5EF4-FFF2-40B4-BE49-F238E27FC236}">
                <a16:creationId xmlns:a16="http://schemas.microsoft.com/office/drawing/2014/main" id="{1D87A948-A4FF-8227-AFDC-74935C7E8297}"/>
              </a:ext>
            </a:extLst>
          </p:cNvPr>
          <p:cNvSpPr/>
          <p:nvPr/>
        </p:nvSpPr>
        <p:spPr>
          <a:xfrm>
            <a:off x="5572851" y="2894425"/>
            <a:ext cx="2083905" cy="77415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E5F2635B-3BF0-ADA2-F52A-013A17B2DCF2}"/>
              </a:ext>
            </a:extLst>
          </p:cNvPr>
          <p:cNvSpPr txBox="1"/>
          <p:nvPr/>
        </p:nvSpPr>
        <p:spPr>
          <a:xfrm>
            <a:off x="6002101" y="2978213"/>
            <a:ext cx="122540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>
                <a:solidFill>
                  <a:schemeClr val="accent6">
                    <a:lumMod val="20000"/>
                    <a:lumOff val="80000"/>
                  </a:schemeClr>
                </a:solidFill>
              </a:rPr>
              <a:t>Tính</a:t>
            </a:r>
            <a:r>
              <a:rPr lang="en-US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6">
                    <a:lumMod val="20000"/>
                    <a:lumOff val="80000"/>
                  </a:schemeClr>
                </a:solidFill>
              </a:rPr>
              <a:t>toán</a:t>
            </a:r>
            <a:r>
              <a:rPr lang="en-US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6">
                    <a:lumMod val="20000"/>
                    <a:lumOff val="80000"/>
                  </a:schemeClr>
                </a:solidFill>
              </a:rPr>
              <a:t>vị</a:t>
            </a:r>
            <a:r>
              <a:rPr lang="en-US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6">
                    <a:lumMod val="20000"/>
                    <a:lumOff val="80000"/>
                  </a:schemeClr>
                </a:solidFill>
              </a:rPr>
              <a:t>trí</a:t>
            </a:r>
            <a:r>
              <a:rPr lang="en-US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6">
                    <a:lumMod val="20000"/>
                    <a:lumOff val="80000"/>
                  </a:schemeClr>
                </a:solidFill>
              </a:rPr>
              <a:t>vẽ</a:t>
            </a:r>
            <a:r>
              <a:rPr lang="en-US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6">
                    <a:lumMod val="20000"/>
                    <a:lumOff val="80000"/>
                  </a:schemeClr>
                </a:solidFill>
              </a:rPr>
              <a:t>lên</a:t>
            </a:r>
            <a:r>
              <a:rPr lang="en-US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 UI</a:t>
            </a:r>
          </a:p>
        </p:txBody>
      </p: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141671D1-9AA7-B5F3-297E-57D22C308102}"/>
              </a:ext>
            </a:extLst>
          </p:cNvPr>
          <p:cNvCxnSpPr>
            <a:cxnSpLocks/>
          </p:cNvCxnSpPr>
          <p:nvPr/>
        </p:nvCxnSpPr>
        <p:spPr>
          <a:xfrm flipV="1">
            <a:off x="6570639" y="2412344"/>
            <a:ext cx="0" cy="48208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57" name="Picture 56" descr="A screenshot of a cell phone&#10;&#10;AI-generated content may be incorrect.">
            <a:extLst>
              <a:ext uri="{FF2B5EF4-FFF2-40B4-BE49-F238E27FC236}">
                <a16:creationId xmlns:a16="http://schemas.microsoft.com/office/drawing/2014/main" id="{D0BF4D76-9FDC-42DA-DCA7-6FAB51E4603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44303" y="256379"/>
            <a:ext cx="1934987" cy="215751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5C8F082B-6E5A-2703-1BD2-B33CCD938652}"/>
              </a:ext>
            </a:extLst>
          </p:cNvPr>
          <p:cNvGrpSpPr/>
          <p:nvPr/>
        </p:nvGrpSpPr>
        <p:grpSpPr>
          <a:xfrm>
            <a:off x="835902" y="71711"/>
            <a:ext cx="7918895" cy="595401"/>
            <a:chOff x="305893" y="836615"/>
            <a:chExt cx="7918895" cy="595401"/>
          </a:xfrm>
        </p:grpSpPr>
        <p:sp>
          <p:nvSpPr>
            <p:cNvPr id="6" name="Google Shape;1447;p74">
              <a:extLst>
                <a:ext uri="{FF2B5EF4-FFF2-40B4-BE49-F238E27FC236}">
                  <a16:creationId xmlns:a16="http://schemas.microsoft.com/office/drawing/2014/main" id="{40EE4B5C-258C-9738-5A1A-87778D81010C}"/>
                </a:ext>
              </a:extLst>
            </p:cNvPr>
            <p:cNvSpPr/>
            <p:nvPr/>
          </p:nvSpPr>
          <p:spPr>
            <a:xfrm>
              <a:off x="305893" y="921634"/>
              <a:ext cx="411738" cy="425365"/>
            </a:xfrm>
            <a:custGeom>
              <a:avLst/>
              <a:gdLst/>
              <a:ahLst/>
              <a:cxnLst/>
              <a:rect l="l" t="t" r="r" b="b"/>
              <a:pathLst>
                <a:path w="3008" h="2157" extrusionOk="0">
                  <a:moveTo>
                    <a:pt x="0" y="0"/>
                  </a:moveTo>
                  <a:lnTo>
                    <a:pt x="729" y="1075"/>
                  </a:lnTo>
                  <a:lnTo>
                    <a:pt x="0" y="2157"/>
                  </a:lnTo>
                  <a:lnTo>
                    <a:pt x="0" y="2157"/>
                  </a:lnTo>
                  <a:lnTo>
                    <a:pt x="3008" y="10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noFill/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" name="Google Shape;179;p36">
              <a:extLst>
                <a:ext uri="{FF2B5EF4-FFF2-40B4-BE49-F238E27FC236}">
                  <a16:creationId xmlns:a16="http://schemas.microsoft.com/office/drawing/2014/main" id="{75E70A98-E0AF-50F3-78B9-451860EEB8FF}"/>
                </a:ext>
              </a:extLst>
            </p:cNvPr>
            <p:cNvSpPr txBox="1">
              <a:spLocks/>
            </p:cNvSpPr>
            <p:nvPr/>
          </p:nvSpPr>
          <p:spPr>
            <a:xfrm>
              <a:off x="717631" y="836615"/>
              <a:ext cx="7507157" cy="59540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457200" marR="0" lvl="0" indent="-3175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400"/>
                <a:buFont typeface="Oxygen"/>
                <a:buChar char="●"/>
                <a:defRPr sz="1400" b="0" i="0" u="none" strike="noStrike" cap="none">
                  <a:solidFill>
                    <a:schemeClr val="lt2"/>
                  </a:solidFill>
                  <a:latin typeface="Oxygen"/>
                  <a:ea typeface="Oxygen"/>
                  <a:cs typeface="Oxygen"/>
                  <a:sym typeface="Oxygen"/>
                </a:defRPr>
              </a:lvl1pPr>
              <a:lvl2pPr marL="914400" marR="0" lvl="1" indent="-317500" algn="l" rtl="0">
                <a:lnSpc>
                  <a:spcPct val="115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lt2"/>
                </a:buClr>
                <a:buSzPts val="1400"/>
                <a:buFont typeface="Oxygen"/>
                <a:buChar char="○"/>
                <a:defRPr sz="1400" b="0" i="0" u="none" strike="noStrike" cap="none">
                  <a:solidFill>
                    <a:schemeClr val="lt2"/>
                  </a:solidFill>
                  <a:latin typeface="Oxygen"/>
                  <a:ea typeface="Oxygen"/>
                  <a:cs typeface="Oxygen"/>
                  <a:sym typeface="Oxygen"/>
                </a:defRPr>
              </a:lvl2pPr>
              <a:lvl3pPr marL="1371600" marR="0" lvl="2" indent="-317500" algn="l" rtl="0">
                <a:lnSpc>
                  <a:spcPct val="115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lt2"/>
                </a:buClr>
                <a:buSzPts val="1400"/>
                <a:buFont typeface="Oxygen"/>
                <a:buChar char="■"/>
                <a:defRPr sz="1400" b="0" i="0" u="none" strike="noStrike" cap="none">
                  <a:solidFill>
                    <a:schemeClr val="lt2"/>
                  </a:solidFill>
                  <a:latin typeface="Oxygen"/>
                  <a:ea typeface="Oxygen"/>
                  <a:cs typeface="Oxygen"/>
                  <a:sym typeface="Oxygen"/>
                </a:defRPr>
              </a:lvl3pPr>
              <a:lvl4pPr marL="1828800" marR="0" lvl="3" indent="-317500" algn="l" rtl="0">
                <a:lnSpc>
                  <a:spcPct val="115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lt2"/>
                </a:buClr>
                <a:buSzPts val="1400"/>
                <a:buFont typeface="Oxygen"/>
                <a:buChar char="●"/>
                <a:defRPr sz="1400" b="0" i="0" u="none" strike="noStrike" cap="none">
                  <a:solidFill>
                    <a:schemeClr val="lt2"/>
                  </a:solidFill>
                  <a:latin typeface="Oxygen"/>
                  <a:ea typeface="Oxygen"/>
                  <a:cs typeface="Oxygen"/>
                  <a:sym typeface="Oxygen"/>
                </a:defRPr>
              </a:lvl4pPr>
              <a:lvl5pPr marL="2286000" marR="0" lvl="4" indent="-317500" algn="l" rtl="0">
                <a:lnSpc>
                  <a:spcPct val="115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lt2"/>
                </a:buClr>
                <a:buSzPts val="1400"/>
                <a:buFont typeface="Oxygen"/>
                <a:buChar char="○"/>
                <a:defRPr sz="1400" b="0" i="0" u="none" strike="noStrike" cap="none">
                  <a:solidFill>
                    <a:schemeClr val="lt2"/>
                  </a:solidFill>
                  <a:latin typeface="Oxygen"/>
                  <a:ea typeface="Oxygen"/>
                  <a:cs typeface="Oxygen"/>
                  <a:sym typeface="Oxygen"/>
                </a:defRPr>
              </a:lvl5pPr>
              <a:lvl6pPr marL="2743200" marR="0" lvl="5" indent="-317500" algn="l" rtl="0">
                <a:lnSpc>
                  <a:spcPct val="115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lt2"/>
                </a:buClr>
                <a:buSzPts val="1400"/>
                <a:buFont typeface="Oxygen"/>
                <a:buChar char="■"/>
                <a:defRPr sz="1400" b="0" i="0" u="none" strike="noStrike" cap="none">
                  <a:solidFill>
                    <a:schemeClr val="lt2"/>
                  </a:solidFill>
                  <a:latin typeface="Oxygen"/>
                  <a:ea typeface="Oxygen"/>
                  <a:cs typeface="Oxygen"/>
                  <a:sym typeface="Oxygen"/>
                </a:defRPr>
              </a:lvl6pPr>
              <a:lvl7pPr marL="3200400" marR="0" lvl="6" indent="-317500" algn="l" rtl="0">
                <a:lnSpc>
                  <a:spcPct val="115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lt2"/>
                </a:buClr>
                <a:buSzPts val="1400"/>
                <a:buFont typeface="Oxygen"/>
                <a:buChar char="●"/>
                <a:defRPr sz="1400" b="0" i="0" u="none" strike="noStrike" cap="none">
                  <a:solidFill>
                    <a:schemeClr val="lt2"/>
                  </a:solidFill>
                  <a:latin typeface="Oxygen"/>
                  <a:ea typeface="Oxygen"/>
                  <a:cs typeface="Oxygen"/>
                  <a:sym typeface="Oxygen"/>
                </a:defRPr>
              </a:lvl7pPr>
              <a:lvl8pPr marL="3657600" marR="0" lvl="7" indent="-317500" algn="l" rtl="0">
                <a:lnSpc>
                  <a:spcPct val="115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lt2"/>
                </a:buClr>
                <a:buSzPts val="1400"/>
                <a:buFont typeface="Oxygen"/>
                <a:buChar char="○"/>
                <a:defRPr sz="1400" b="0" i="0" u="none" strike="noStrike" cap="none">
                  <a:solidFill>
                    <a:schemeClr val="lt2"/>
                  </a:solidFill>
                  <a:latin typeface="Oxygen"/>
                  <a:ea typeface="Oxygen"/>
                  <a:cs typeface="Oxygen"/>
                  <a:sym typeface="Oxygen"/>
                </a:defRPr>
              </a:lvl8pPr>
              <a:lvl9pPr marL="4114800" marR="0" lvl="8" indent="-317500" algn="l" rtl="0">
                <a:lnSpc>
                  <a:spcPct val="115000"/>
                </a:lnSpc>
                <a:spcBef>
                  <a:spcPts val="1600"/>
                </a:spcBef>
                <a:spcAft>
                  <a:spcPts val="1600"/>
                </a:spcAft>
                <a:buClr>
                  <a:schemeClr val="lt2"/>
                </a:buClr>
                <a:buSzPts val="1400"/>
                <a:buFont typeface="Oxygen"/>
                <a:buChar char="■"/>
                <a:defRPr sz="1400" b="0" i="0" u="none" strike="noStrike" cap="none">
                  <a:solidFill>
                    <a:schemeClr val="lt2"/>
                  </a:solidFill>
                  <a:latin typeface="Oxygen"/>
                  <a:ea typeface="Oxygen"/>
                  <a:cs typeface="Oxygen"/>
                  <a:sym typeface="Oxygen"/>
                </a:defRPr>
              </a:lvl9pPr>
            </a:lstStyle>
            <a:p>
              <a:pPr marL="0" indent="0">
                <a:spcAft>
                  <a:spcPts val="1600"/>
                </a:spcAft>
                <a:buFont typeface="Oxygen"/>
                <a:buNone/>
              </a:pPr>
              <a:r>
                <a:rPr lang="en-US" sz="2000" b="1" dirty="0" err="1">
                  <a:solidFill>
                    <a:schemeClr val="accent3">
                      <a:lumMod val="50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Mã</a:t>
              </a:r>
              <a:r>
                <a:rPr lang="en-US" sz="2000" b="1" dirty="0">
                  <a:solidFill>
                    <a:schemeClr val="accent3">
                      <a:lumMod val="50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lang="en-US" sz="2000" b="1" dirty="0" err="1">
                  <a:solidFill>
                    <a:schemeClr val="accent3">
                      <a:lumMod val="50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nguồn</a:t>
              </a:r>
              <a:endParaRPr lang="en-US" sz="2000" b="1" dirty="0">
                <a:solidFill>
                  <a:schemeClr val="accent3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8A01A62A-0D8D-AFE0-D738-4E3C542E9C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305" y="1115442"/>
            <a:ext cx="7892492" cy="698333"/>
          </a:xfrm>
          <a:prstGeom prst="rect">
            <a:avLst/>
          </a:prstGeom>
        </p:spPr>
      </p:pic>
      <p:pic>
        <p:nvPicPr>
          <p:cNvPr id="10" name="Picture 9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E973D635-50DB-057A-6308-601FB7A0FA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5902" y="1964398"/>
            <a:ext cx="7282735" cy="969073"/>
          </a:xfrm>
          <a:prstGeom prst="rect">
            <a:avLst/>
          </a:prstGeom>
        </p:spPr>
      </p:pic>
      <p:pic>
        <p:nvPicPr>
          <p:cNvPr id="13" name="Picture 12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0EEBE7F6-1CC6-CE0C-869A-3EBCFFF5FE7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2305" y="3196078"/>
            <a:ext cx="7546886" cy="1109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581716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94E6CCC2-10FB-82E5-9759-41F66F118B1B}"/>
              </a:ext>
            </a:extLst>
          </p:cNvPr>
          <p:cNvGrpSpPr/>
          <p:nvPr/>
        </p:nvGrpSpPr>
        <p:grpSpPr>
          <a:xfrm>
            <a:off x="784387" y="52392"/>
            <a:ext cx="7918895" cy="595401"/>
            <a:chOff x="305893" y="836615"/>
            <a:chExt cx="7918895" cy="595401"/>
          </a:xfrm>
        </p:grpSpPr>
        <p:sp>
          <p:nvSpPr>
            <p:cNvPr id="6" name="Google Shape;1447;p74">
              <a:extLst>
                <a:ext uri="{FF2B5EF4-FFF2-40B4-BE49-F238E27FC236}">
                  <a16:creationId xmlns:a16="http://schemas.microsoft.com/office/drawing/2014/main" id="{93466F7D-2A80-6FDC-DA1D-CC7CA8186864}"/>
                </a:ext>
              </a:extLst>
            </p:cNvPr>
            <p:cNvSpPr/>
            <p:nvPr/>
          </p:nvSpPr>
          <p:spPr>
            <a:xfrm>
              <a:off x="305893" y="921634"/>
              <a:ext cx="411738" cy="425365"/>
            </a:xfrm>
            <a:custGeom>
              <a:avLst/>
              <a:gdLst/>
              <a:ahLst/>
              <a:cxnLst/>
              <a:rect l="l" t="t" r="r" b="b"/>
              <a:pathLst>
                <a:path w="3008" h="2157" extrusionOk="0">
                  <a:moveTo>
                    <a:pt x="0" y="0"/>
                  </a:moveTo>
                  <a:lnTo>
                    <a:pt x="729" y="1075"/>
                  </a:lnTo>
                  <a:lnTo>
                    <a:pt x="0" y="2157"/>
                  </a:lnTo>
                  <a:lnTo>
                    <a:pt x="0" y="2157"/>
                  </a:lnTo>
                  <a:lnTo>
                    <a:pt x="3008" y="10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noFill/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" name="Google Shape;179;p36">
              <a:extLst>
                <a:ext uri="{FF2B5EF4-FFF2-40B4-BE49-F238E27FC236}">
                  <a16:creationId xmlns:a16="http://schemas.microsoft.com/office/drawing/2014/main" id="{053B1D1F-A189-41D8-84F8-6D6B3F285EFE}"/>
                </a:ext>
              </a:extLst>
            </p:cNvPr>
            <p:cNvSpPr txBox="1">
              <a:spLocks/>
            </p:cNvSpPr>
            <p:nvPr/>
          </p:nvSpPr>
          <p:spPr>
            <a:xfrm>
              <a:off x="717631" y="836615"/>
              <a:ext cx="7507157" cy="59540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457200" marR="0" lvl="0" indent="-3175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400"/>
                <a:buFont typeface="Oxygen"/>
                <a:buChar char="●"/>
                <a:defRPr sz="1400" b="0" i="0" u="none" strike="noStrike" cap="none">
                  <a:solidFill>
                    <a:schemeClr val="lt2"/>
                  </a:solidFill>
                  <a:latin typeface="Oxygen"/>
                  <a:ea typeface="Oxygen"/>
                  <a:cs typeface="Oxygen"/>
                  <a:sym typeface="Oxygen"/>
                </a:defRPr>
              </a:lvl1pPr>
              <a:lvl2pPr marL="914400" marR="0" lvl="1" indent="-317500" algn="l" rtl="0">
                <a:lnSpc>
                  <a:spcPct val="115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lt2"/>
                </a:buClr>
                <a:buSzPts val="1400"/>
                <a:buFont typeface="Oxygen"/>
                <a:buChar char="○"/>
                <a:defRPr sz="1400" b="0" i="0" u="none" strike="noStrike" cap="none">
                  <a:solidFill>
                    <a:schemeClr val="lt2"/>
                  </a:solidFill>
                  <a:latin typeface="Oxygen"/>
                  <a:ea typeface="Oxygen"/>
                  <a:cs typeface="Oxygen"/>
                  <a:sym typeface="Oxygen"/>
                </a:defRPr>
              </a:lvl2pPr>
              <a:lvl3pPr marL="1371600" marR="0" lvl="2" indent="-317500" algn="l" rtl="0">
                <a:lnSpc>
                  <a:spcPct val="115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lt2"/>
                </a:buClr>
                <a:buSzPts val="1400"/>
                <a:buFont typeface="Oxygen"/>
                <a:buChar char="■"/>
                <a:defRPr sz="1400" b="0" i="0" u="none" strike="noStrike" cap="none">
                  <a:solidFill>
                    <a:schemeClr val="lt2"/>
                  </a:solidFill>
                  <a:latin typeface="Oxygen"/>
                  <a:ea typeface="Oxygen"/>
                  <a:cs typeface="Oxygen"/>
                  <a:sym typeface="Oxygen"/>
                </a:defRPr>
              </a:lvl3pPr>
              <a:lvl4pPr marL="1828800" marR="0" lvl="3" indent="-317500" algn="l" rtl="0">
                <a:lnSpc>
                  <a:spcPct val="115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lt2"/>
                </a:buClr>
                <a:buSzPts val="1400"/>
                <a:buFont typeface="Oxygen"/>
                <a:buChar char="●"/>
                <a:defRPr sz="1400" b="0" i="0" u="none" strike="noStrike" cap="none">
                  <a:solidFill>
                    <a:schemeClr val="lt2"/>
                  </a:solidFill>
                  <a:latin typeface="Oxygen"/>
                  <a:ea typeface="Oxygen"/>
                  <a:cs typeface="Oxygen"/>
                  <a:sym typeface="Oxygen"/>
                </a:defRPr>
              </a:lvl4pPr>
              <a:lvl5pPr marL="2286000" marR="0" lvl="4" indent="-317500" algn="l" rtl="0">
                <a:lnSpc>
                  <a:spcPct val="115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lt2"/>
                </a:buClr>
                <a:buSzPts val="1400"/>
                <a:buFont typeface="Oxygen"/>
                <a:buChar char="○"/>
                <a:defRPr sz="1400" b="0" i="0" u="none" strike="noStrike" cap="none">
                  <a:solidFill>
                    <a:schemeClr val="lt2"/>
                  </a:solidFill>
                  <a:latin typeface="Oxygen"/>
                  <a:ea typeface="Oxygen"/>
                  <a:cs typeface="Oxygen"/>
                  <a:sym typeface="Oxygen"/>
                </a:defRPr>
              </a:lvl5pPr>
              <a:lvl6pPr marL="2743200" marR="0" lvl="5" indent="-317500" algn="l" rtl="0">
                <a:lnSpc>
                  <a:spcPct val="115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lt2"/>
                </a:buClr>
                <a:buSzPts val="1400"/>
                <a:buFont typeface="Oxygen"/>
                <a:buChar char="■"/>
                <a:defRPr sz="1400" b="0" i="0" u="none" strike="noStrike" cap="none">
                  <a:solidFill>
                    <a:schemeClr val="lt2"/>
                  </a:solidFill>
                  <a:latin typeface="Oxygen"/>
                  <a:ea typeface="Oxygen"/>
                  <a:cs typeface="Oxygen"/>
                  <a:sym typeface="Oxygen"/>
                </a:defRPr>
              </a:lvl6pPr>
              <a:lvl7pPr marL="3200400" marR="0" lvl="6" indent="-317500" algn="l" rtl="0">
                <a:lnSpc>
                  <a:spcPct val="115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lt2"/>
                </a:buClr>
                <a:buSzPts val="1400"/>
                <a:buFont typeface="Oxygen"/>
                <a:buChar char="●"/>
                <a:defRPr sz="1400" b="0" i="0" u="none" strike="noStrike" cap="none">
                  <a:solidFill>
                    <a:schemeClr val="lt2"/>
                  </a:solidFill>
                  <a:latin typeface="Oxygen"/>
                  <a:ea typeface="Oxygen"/>
                  <a:cs typeface="Oxygen"/>
                  <a:sym typeface="Oxygen"/>
                </a:defRPr>
              </a:lvl7pPr>
              <a:lvl8pPr marL="3657600" marR="0" lvl="7" indent="-317500" algn="l" rtl="0">
                <a:lnSpc>
                  <a:spcPct val="115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lt2"/>
                </a:buClr>
                <a:buSzPts val="1400"/>
                <a:buFont typeface="Oxygen"/>
                <a:buChar char="○"/>
                <a:defRPr sz="1400" b="0" i="0" u="none" strike="noStrike" cap="none">
                  <a:solidFill>
                    <a:schemeClr val="lt2"/>
                  </a:solidFill>
                  <a:latin typeface="Oxygen"/>
                  <a:ea typeface="Oxygen"/>
                  <a:cs typeface="Oxygen"/>
                  <a:sym typeface="Oxygen"/>
                </a:defRPr>
              </a:lvl8pPr>
              <a:lvl9pPr marL="4114800" marR="0" lvl="8" indent="-317500" algn="l" rtl="0">
                <a:lnSpc>
                  <a:spcPct val="115000"/>
                </a:lnSpc>
                <a:spcBef>
                  <a:spcPts val="1600"/>
                </a:spcBef>
                <a:spcAft>
                  <a:spcPts val="1600"/>
                </a:spcAft>
                <a:buClr>
                  <a:schemeClr val="lt2"/>
                </a:buClr>
                <a:buSzPts val="1400"/>
                <a:buFont typeface="Oxygen"/>
                <a:buChar char="■"/>
                <a:defRPr sz="1400" b="0" i="0" u="none" strike="noStrike" cap="none">
                  <a:solidFill>
                    <a:schemeClr val="lt2"/>
                  </a:solidFill>
                  <a:latin typeface="Oxygen"/>
                  <a:ea typeface="Oxygen"/>
                  <a:cs typeface="Oxygen"/>
                  <a:sym typeface="Oxygen"/>
                </a:defRPr>
              </a:lvl9pPr>
            </a:lstStyle>
            <a:p>
              <a:pPr marL="0" indent="0">
                <a:spcAft>
                  <a:spcPts val="1600"/>
                </a:spcAft>
                <a:buFont typeface="Oxygen"/>
                <a:buNone/>
              </a:pPr>
              <a:r>
                <a:rPr lang="en-US" sz="2000" b="1" dirty="0" err="1">
                  <a:solidFill>
                    <a:schemeClr val="accent3">
                      <a:lumMod val="50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Mã</a:t>
              </a:r>
              <a:r>
                <a:rPr lang="en-US" sz="2000" b="1" dirty="0">
                  <a:solidFill>
                    <a:schemeClr val="accent3">
                      <a:lumMod val="50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lang="en-US" sz="2000" b="1" dirty="0" err="1">
                  <a:solidFill>
                    <a:schemeClr val="accent3">
                      <a:lumMod val="50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nguồn</a:t>
              </a:r>
              <a:endParaRPr lang="en-US" sz="2000" b="1" dirty="0">
                <a:solidFill>
                  <a:schemeClr val="accent3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pic>
        <p:nvPicPr>
          <p:cNvPr id="9" name="Picture 8">
            <a:extLst>
              <a:ext uri="{FF2B5EF4-FFF2-40B4-BE49-F238E27FC236}">
                <a16:creationId xmlns:a16="http://schemas.microsoft.com/office/drawing/2014/main" id="{42B0FCDC-5195-BA5D-429E-0335665F0A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772" y="1523075"/>
            <a:ext cx="6845121" cy="698601"/>
          </a:xfrm>
          <a:prstGeom prst="rect">
            <a:avLst/>
          </a:prstGeom>
        </p:spPr>
      </p:pic>
      <p:pic>
        <p:nvPicPr>
          <p:cNvPr id="11" name="Picture 10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ADA273A5-23A1-180C-6200-A8F018CE8A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6399" y="562776"/>
            <a:ext cx="2524477" cy="866896"/>
          </a:xfrm>
          <a:prstGeom prst="rect">
            <a:avLst/>
          </a:prstGeom>
        </p:spPr>
      </p:pic>
      <p:pic>
        <p:nvPicPr>
          <p:cNvPr id="13" name="Picture 12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B275A96A-D412-570B-AD9C-6371032FA8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3288" y="3215467"/>
            <a:ext cx="6453732" cy="1758312"/>
          </a:xfrm>
          <a:prstGeom prst="rect">
            <a:avLst/>
          </a:prstGeom>
        </p:spPr>
      </p:pic>
      <p:pic>
        <p:nvPicPr>
          <p:cNvPr id="15" name="Picture 14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6222EAB1-B8FB-3D14-D32E-3034D86047C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18296" y="2385955"/>
            <a:ext cx="1500681" cy="744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001964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Picture 28" descr="A screen shot of a computer code&#10;&#10;AI-generated content may be incorrect.">
            <a:extLst>
              <a:ext uri="{FF2B5EF4-FFF2-40B4-BE49-F238E27FC236}">
                <a16:creationId xmlns:a16="http://schemas.microsoft.com/office/drawing/2014/main" id="{A9F4CFFC-9D19-B859-828E-4276D023C7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8390" y="741558"/>
            <a:ext cx="6217947" cy="1878873"/>
          </a:xfrm>
          <a:prstGeom prst="rect">
            <a:avLst/>
          </a:prstGeom>
        </p:spPr>
      </p:pic>
      <p:pic>
        <p:nvPicPr>
          <p:cNvPr id="27" name="Picture 26" descr="A computer code on a black background&#10;&#10;AI-generated content may be incorrect.">
            <a:extLst>
              <a:ext uri="{FF2B5EF4-FFF2-40B4-BE49-F238E27FC236}">
                <a16:creationId xmlns:a16="http://schemas.microsoft.com/office/drawing/2014/main" id="{B811FB99-9EDB-084D-39E3-B0D31805C4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8391" y="3033934"/>
            <a:ext cx="6217947" cy="943321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2F153AC6-5C9C-3B2F-72CD-A59EEBFDA51C}"/>
              </a:ext>
            </a:extLst>
          </p:cNvPr>
          <p:cNvGrpSpPr/>
          <p:nvPr/>
        </p:nvGrpSpPr>
        <p:grpSpPr>
          <a:xfrm>
            <a:off x="784387" y="52392"/>
            <a:ext cx="7918895" cy="595401"/>
            <a:chOff x="305893" y="836615"/>
            <a:chExt cx="7918895" cy="595401"/>
          </a:xfrm>
        </p:grpSpPr>
        <p:sp>
          <p:nvSpPr>
            <p:cNvPr id="6" name="Google Shape;1447;p74">
              <a:extLst>
                <a:ext uri="{FF2B5EF4-FFF2-40B4-BE49-F238E27FC236}">
                  <a16:creationId xmlns:a16="http://schemas.microsoft.com/office/drawing/2014/main" id="{D59CE7E3-59B1-8259-EADD-FFC989A8F7FE}"/>
                </a:ext>
              </a:extLst>
            </p:cNvPr>
            <p:cNvSpPr/>
            <p:nvPr/>
          </p:nvSpPr>
          <p:spPr>
            <a:xfrm>
              <a:off x="305893" y="921634"/>
              <a:ext cx="411738" cy="425365"/>
            </a:xfrm>
            <a:custGeom>
              <a:avLst/>
              <a:gdLst/>
              <a:ahLst/>
              <a:cxnLst/>
              <a:rect l="l" t="t" r="r" b="b"/>
              <a:pathLst>
                <a:path w="3008" h="2157" extrusionOk="0">
                  <a:moveTo>
                    <a:pt x="0" y="0"/>
                  </a:moveTo>
                  <a:lnTo>
                    <a:pt x="729" y="1075"/>
                  </a:lnTo>
                  <a:lnTo>
                    <a:pt x="0" y="2157"/>
                  </a:lnTo>
                  <a:lnTo>
                    <a:pt x="0" y="2157"/>
                  </a:lnTo>
                  <a:lnTo>
                    <a:pt x="3008" y="10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noFill/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" name="Google Shape;179;p36">
              <a:extLst>
                <a:ext uri="{FF2B5EF4-FFF2-40B4-BE49-F238E27FC236}">
                  <a16:creationId xmlns:a16="http://schemas.microsoft.com/office/drawing/2014/main" id="{82EFB564-6EF1-B3AD-C693-010CF02FD624}"/>
                </a:ext>
              </a:extLst>
            </p:cNvPr>
            <p:cNvSpPr txBox="1">
              <a:spLocks/>
            </p:cNvSpPr>
            <p:nvPr/>
          </p:nvSpPr>
          <p:spPr>
            <a:xfrm>
              <a:off x="717631" y="836615"/>
              <a:ext cx="7507157" cy="59540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457200" marR="0" lvl="0" indent="-3175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400"/>
                <a:buFont typeface="Oxygen"/>
                <a:buChar char="●"/>
                <a:defRPr sz="1400" b="0" i="0" u="none" strike="noStrike" cap="none">
                  <a:solidFill>
                    <a:schemeClr val="lt2"/>
                  </a:solidFill>
                  <a:latin typeface="Oxygen"/>
                  <a:ea typeface="Oxygen"/>
                  <a:cs typeface="Oxygen"/>
                  <a:sym typeface="Oxygen"/>
                </a:defRPr>
              </a:lvl1pPr>
              <a:lvl2pPr marL="914400" marR="0" lvl="1" indent="-317500" algn="l" rtl="0">
                <a:lnSpc>
                  <a:spcPct val="115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lt2"/>
                </a:buClr>
                <a:buSzPts val="1400"/>
                <a:buFont typeface="Oxygen"/>
                <a:buChar char="○"/>
                <a:defRPr sz="1400" b="0" i="0" u="none" strike="noStrike" cap="none">
                  <a:solidFill>
                    <a:schemeClr val="lt2"/>
                  </a:solidFill>
                  <a:latin typeface="Oxygen"/>
                  <a:ea typeface="Oxygen"/>
                  <a:cs typeface="Oxygen"/>
                  <a:sym typeface="Oxygen"/>
                </a:defRPr>
              </a:lvl2pPr>
              <a:lvl3pPr marL="1371600" marR="0" lvl="2" indent="-317500" algn="l" rtl="0">
                <a:lnSpc>
                  <a:spcPct val="115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lt2"/>
                </a:buClr>
                <a:buSzPts val="1400"/>
                <a:buFont typeface="Oxygen"/>
                <a:buChar char="■"/>
                <a:defRPr sz="1400" b="0" i="0" u="none" strike="noStrike" cap="none">
                  <a:solidFill>
                    <a:schemeClr val="lt2"/>
                  </a:solidFill>
                  <a:latin typeface="Oxygen"/>
                  <a:ea typeface="Oxygen"/>
                  <a:cs typeface="Oxygen"/>
                  <a:sym typeface="Oxygen"/>
                </a:defRPr>
              </a:lvl3pPr>
              <a:lvl4pPr marL="1828800" marR="0" lvl="3" indent="-317500" algn="l" rtl="0">
                <a:lnSpc>
                  <a:spcPct val="115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lt2"/>
                </a:buClr>
                <a:buSzPts val="1400"/>
                <a:buFont typeface="Oxygen"/>
                <a:buChar char="●"/>
                <a:defRPr sz="1400" b="0" i="0" u="none" strike="noStrike" cap="none">
                  <a:solidFill>
                    <a:schemeClr val="lt2"/>
                  </a:solidFill>
                  <a:latin typeface="Oxygen"/>
                  <a:ea typeface="Oxygen"/>
                  <a:cs typeface="Oxygen"/>
                  <a:sym typeface="Oxygen"/>
                </a:defRPr>
              </a:lvl4pPr>
              <a:lvl5pPr marL="2286000" marR="0" lvl="4" indent="-317500" algn="l" rtl="0">
                <a:lnSpc>
                  <a:spcPct val="115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lt2"/>
                </a:buClr>
                <a:buSzPts val="1400"/>
                <a:buFont typeface="Oxygen"/>
                <a:buChar char="○"/>
                <a:defRPr sz="1400" b="0" i="0" u="none" strike="noStrike" cap="none">
                  <a:solidFill>
                    <a:schemeClr val="lt2"/>
                  </a:solidFill>
                  <a:latin typeface="Oxygen"/>
                  <a:ea typeface="Oxygen"/>
                  <a:cs typeface="Oxygen"/>
                  <a:sym typeface="Oxygen"/>
                </a:defRPr>
              </a:lvl5pPr>
              <a:lvl6pPr marL="2743200" marR="0" lvl="5" indent="-317500" algn="l" rtl="0">
                <a:lnSpc>
                  <a:spcPct val="115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lt2"/>
                </a:buClr>
                <a:buSzPts val="1400"/>
                <a:buFont typeface="Oxygen"/>
                <a:buChar char="■"/>
                <a:defRPr sz="1400" b="0" i="0" u="none" strike="noStrike" cap="none">
                  <a:solidFill>
                    <a:schemeClr val="lt2"/>
                  </a:solidFill>
                  <a:latin typeface="Oxygen"/>
                  <a:ea typeface="Oxygen"/>
                  <a:cs typeface="Oxygen"/>
                  <a:sym typeface="Oxygen"/>
                </a:defRPr>
              </a:lvl6pPr>
              <a:lvl7pPr marL="3200400" marR="0" lvl="6" indent="-317500" algn="l" rtl="0">
                <a:lnSpc>
                  <a:spcPct val="115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lt2"/>
                </a:buClr>
                <a:buSzPts val="1400"/>
                <a:buFont typeface="Oxygen"/>
                <a:buChar char="●"/>
                <a:defRPr sz="1400" b="0" i="0" u="none" strike="noStrike" cap="none">
                  <a:solidFill>
                    <a:schemeClr val="lt2"/>
                  </a:solidFill>
                  <a:latin typeface="Oxygen"/>
                  <a:ea typeface="Oxygen"/>
                  <a:cs typeface="Oxygen"/>
                  <a:sym typeface="Oxygen"/>
                </a:defRPr>
              </a:lvl7pPr>
              <a:lvl8pPr marL="3657600" marR="0" lvl="7" indent="-317500" algn="l" rtl="0">
                <a:lnSpc>
                  <a:spcPct val="115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lt2"/>
                </a:buClr>
                <a:buSzPts val="1400"/>
                <a:buFont typeface="Oxygen"/>
                <a:buChar char="○"/>
                <a:defRPr sz="1400" b="0" i="0" u="none" strike="noStrike" cap="none">
                  <a:solidFill>
                    <a:schemeClr val="lt2"/>
                  </a:solidFill>
                  <a:latin typeface="Oxygen"/>
                  <a:ea typeface="Oxygen"/>
                  <a:cs typeface="Oxygen"/>
                  <a:sym typeface="Oxygen"/>
                </a:defRPr>
              </a:lvl8pPr>
              <a:lvl9pPr marL="4114800" marR="0" lvl="8" indent="-317500" algn="l" rtl="0">
                <a:lnSpc>
                  <a:spcPct val="115000"/>
                </a:lnSpc>
                <a:spcBef>
                  <a:spcPts val="1600"/>
                </a:spcBef>
                <a:spcAft>
                  <a:spcPts val="1600"/>
                </a:spcAft>
                <a:buClr>
                  <a:schemeClr val="lt2"/>
                </a:buClr>
                <a:buSzPts val="1400"/>
                <a:buFont typeface="Oxygen"/>
                <a:buChar char="■"/>
                <a:defRPr sz="1400" b="0" i="0" u="none" strike="noStrike" cap="none">
                  <a:solidFill>
                    <a:schemeClr val="lt2"/>
                  </a:solidFill>
                  <a:latin typeface="Oxygen"/>
                  <a:ea typeface="Oxygen"/>
                  <a:cs typeface="Oxygen"/>
                  <a:sym typeface="Oxygen"/>
                </a:defRPr>
              </a:lvl9pPr>
            </a:lstStyle>
            <a:p>
              <a:pPr marL="0" indent="0">
                <a:spcAft>
                  <a:spcPts val="1600"/>
                </a:spcAft>
                <a:buFont typeface="Oxygen"/>
                <a:buNone/>
              </a:pPr>
              <a:r>
                <a:rPr lang="en-US" sz="2000" b="1" dirty="0" err="1">
                  <a:solidFill>
                    <a:schemeClr val="accent3">
                      <a:lumMod val="50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Mã</a:t>
              </a:r>
              <a:r>
                <a:rPr lang="en-US" sz="2000" b="1" dirty="0">
                  <a:solidFill>
                    <a:schemeClr val="accent3">
                      <a:lumMod val="50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lang="en-US" sz="2000" b="1" dirty="0" err="1">
                  <a:solidFill>
                    <a:schemeClr val="accent3">
                      <a:lumMod val="50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nguồn</a:t>
              </a:r>
              <a:endParaRPr lang="en-US" sz="2000" b="1" dirty="0">
                <a:solidFill>
                  <a:schemeClr val="accent3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8" name="Oval 7">
            <a:extLst>
              <a:ext uri="{FF2B5EF4-FFF2-40B4-BE49-F238E27FC236}">
                <a16:creationId xmlns:a16="http://schemas.microsoft.com/office/drawing/2014/main" id="{8BCA8C62-D99B-32AD-D0D9-EF6D68C91722}"/>
              </a:ext>
            </a:extLst>
          </p:cNvPr>
          <p:cNvSpPr/>
          <p:nvPr/>
        </p:nvSpPr>
        <p:spPr>
          <a:xfrm>
            <a:off x="2343150" y="3251200"/>
            <a:ext cx="615950" cy="4318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DECEACC-B7F6-DB3C-CAED-7A2C90D2A196}"/>
              </a:ext>
            </a:extLst>
          </p:cNvPr>
          <p:cNvSpPr/>
          <p:nvPr/>
        </p:nvSpPr>
        <p:spPr>
          <a:xfrm>
            <a:off x="4641728" y="3251200"/>
            <a:ext cx="615950" cy="4318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27017AD-FD85-00D6-120B-3F820B8E2284}"/>
              </a:ext>
            </a:extLst>
          </p:cNvPr>
          <p:cNvCxnSpPr>
            <a:cxnSpLocks/>
            <a:stCxn id="8" idx="5"/>
          </p:cNvCxnSpPr>
          <p:nvPr/>
        </p:nvCxnSpPr>
        <p:spPr>
          <a:xfrm>
            <a:off x="2868896" y="3619764"/>
            <a:ext cx="615950" cy="68821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C20163F7-3ED9-9313-F7E4-B946B3C01722}"/>
              </a:ext>
            </a:extLst>
          </p:cNvPr>
          <p:cNvCxnSpPr>
            <a:cxnSpLocks/>
            <a:stCxn id="12" idx="4"/>
          </p:cNvCxnSpPr>
          <p:nvPr/>
        </p:nvCxnSpPr>
        <p:spPr>
          <a:xfrm flipH="1">
            <a:off x="3844344" y="3683000"/>
            <a:ext cx="1105359" cy="62498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20" name="Picture 19" descr="A red numbers on a white background&#10;&#10;AI-generated content may be incorrect.">
            <a:extLst>
              <a:ext uri="{FF2B5EF4-FFF2-40B4-BE49-F238E27FC236}">
                <a16:creationId xmlns:a16="http://schemas.microsoft.com/office/drawing/2014/main" id="{7EE3AB39-73CB-56C6-963C-F1B07AE990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4390" y="4300604"/>
            <a:ext cx="1240410" cy="313028"/>
          </a:xfrm>
          <a:prstGeom prst="rect">
            <a:avLst/>
          </a:prstGeom>
        </p:spPr>
      </p:pic>
      <p:sp>
        <p:nvSpPr>
          <p:cNvPr id="21" name="Oval 20">
            <a:extLst>
              <a:ext uri="{FF2B5EF4-FFF2-40B4-BE49-F238E27FC236}">
                <a16:creationId xmlns:a16="http://schemas.microsoft.com/office/drawing/2014/main" id="{0E00422C-75D5-C926-FE93-7A7C646A0E48}"/>
              </a:ext>
            </a:extLst>
          </p:cNvPr>
          <p:cNvSpPr/>
          <p:nvPr/>
        </p:nvSpPr>
        <p:spPr>
          <a:xfrm>
            <a:off x="887326" y="562776"/>
            <a:ext cx="6908284" cy="2083137"/>
          </a:xfrm>
          <a:prstGeom prst="ellipse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A1409B20-4CA3-1286-D6B9-9B394AF9E9DD}"/>
              </a:ext>
            </a:extLst>
          </p:cNvPr>
          <p:cNvCxnSpPr>
            <a:cxnSpLocks/>
            <a:stCxn id="21" idx="6"/>
            <a:endCxn id="25" idx="1"/>
          </p:cNvCxnSpPr>
          <p:nvPr/>
        </p:nvCxnSpPr>
        <p:spPr>
          <a:xfrm>
            <a:off x="7795610" y="1604345"/>
            <a:ext cx="347729" cy="353976"/>
          </a:xfrm>
          <a:prstGeom prst="straightConnector1">
            <a:avLst/>
          </a:prstGeom>
          <a:ln>
            <a:solidFill>
              <a:srgbClr val="FFFF00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25" name="Picture 24" descr="A red and white circle with a person in the middle&#10;&#10;AI-generated content may be incorrect.">
            <a:extLst>
              <a:ext uri="{FF2B5EF4-FFF2-40B4-BE49-F238E27FC236}">
                <a16:creationId xmlns:a16="http://schemas.microsoft.com/office/drawing/2014/main" id="{26906482-BD45-6697-24E8-EE266F8C4AA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43339" y="1567670"/>
            <a:ext cx="721201" cy="781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86287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2" grpId="0" animBg="1"/>
      <p:bldP spid="21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97B0AB87-2F51-15E7-30ED-DC2532699B7F}"/>
              </a:ext>
            </a:extLst>
          </p:cNvPr>
          <p:cNvGrpSpPr/>
          <p:nvPr/>
        </p:nvGrpSpPr>
        <p:grpSpPr>
          <a:xfrm>
            <a:off x="784387" y="52392"/>
            <a:ext cx="7918895" cy="595401"/>
            <a:chOff x="305893" y="836615"/>
            <a:chExt cx="7918895" cy="595401"/>
          </a:xfrm>
        </p:grpSpPr>
        <p:sp>
          <p:nvSpPr>
            <p:cNvPr id="4" name="Google Shape;1447;p74">
              <a:extLst>
                <a:ext uri="{FF2B5EF4-FFF2-40B4-BE49-F238E27FC236}">
                  <a16:creationId xmlns:a16="http://schemas.microsoft.com/office/drawing/2014/main" id="{D09EF37D-5640-8CE7-AFFD-716EFD2EBCF9}"/>
                </a:ext>
              </a:extLst>
            </p:cNvPr>
            <p:cNvSpPr/>
            <p:nvPr/>
          </p:nvSpPr>
          <p:spPr>
            <a:xfrm>
              <a:off x="305893" y="921634"/>
              <a:ext cx="411738" cy="425365"/>
            </a:xfrm>
            <a:custGeom>
              <a:avLst/>
              <a:gdLst/>
              <a:ahLst/>
              <a:cxnLst/>
              <a:rect l="l" t="t" r="r" b="b"/>
              <a:pathLst>
                <a:path w="3008" h="2157" extrusionOk="0">
                  <a:moveTo>
                    <a:pt x="0" y="0"/>
                  </a:moveTo>
                  <a:lnTo>
                    <a:pt x="729" y="1075"/>
                  </a:lnTo>
                  <a:lnTo>
                    <a:pt x="0" y="2157"/>
                  </a:lnTo>
                  <a:lnTo>
                    <a:pt x="0" y="2157"/>
                  </a:lnTo>
                  <a:lnTo>
                    <a:pt x="3008" y="10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noFill/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" name="Google Shape;179;p36">
              <a:extLst>
                <a:ext uri="{FF2B5EF4-FFF2-40B4-BE49-F238E27FC236}">
                  <a16:creationId xmlns:a16="http://schemas.microsoft.com/office/drawing/2014/main" id="{DB6737C4-9272-C8D6-3949-25EF4F216C43}"/>
                </a:ext>
              </a:extLst>
            </p:cNvPr>
            <p:cNvSpPr txBox="1">
              <a:spLocks/>
            </p:cNvSpPr>
            <p:nvPr/>
          </p:nvSpPr>
          <p:spPr>
            <a:xfrm>
              <a:off x="717631" y="836615"/>
              <a:ext cx="7507157" cy="59540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457200" marR="0" lvl="0" indent="-3175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400"/>
                <a:buFont typeface="Oxygen"/>
                <a:buChar char="●"/>
                <a:defRPr sz="1400" b="0" i="0" u="none" strike="noStrike" cap="none">
                  <a:solidFill>
                    <a:schemeClr val="lt2"/>
                  </a:solidFill>
                  <a:latin typeface="Oxygen"/>
                  <a:ea typeface="Oxygen"/>
                  <a:cs typeface="Oxygen"/>
                  <a:sym typeface="Oxygen"/>
                </a:defRPr>
              </a:lvl1pPr>
              <a:lvl2pPr marL="914400" marR="0" lvl="1" indent="-317500" algn="l" rtl="0">
                <a:lnSpc>
                  <a:spcPct val="115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lt2"/>
                </a:buClr>
                <a:buSzPts val="1400"/>
                <a:buFont typeface="Oxygen"/>
                <a:buChar char="○"/>
                <a:defRPr sz="1400" b="0" i="0" u="none" strike="noStrike" cap="none">
                  <a:solidFill>
                    <a:schemeClr val="lt2"/>
                  </a:solidFill>
                  <a:latin typeface="Oxygen"/>
                  <a:ea typeface="Oxygen"/>
                  <a:cs typeface="Oxygen"/>
                  <a:sym typeface="Oxygen"/>
                </a:defRPr>
              </a:lvl2pPr>
              <a:lvl3pPr marL="1371600" marR="0" lvl="2" indent="-317500" algn="l" rtl="0">
                <a:lnSpc>
                  <a:spcPct val="115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lt2"/>
                </a:buClr>
                <a:buSzPts val="1400"/>
                <a:buFont typeface="Oxygen"/>
                <a:buChar char="■"/>
                <a:defRPr sz="1400" b="0" i="0" u="none" strike="noStrike" cap="none">
                  <a:solidFill>
                    <a:schemeClr val="lt2"/>
                  </a:solidFill>
                  <a:latin typeface="Oxygen"/>
                  <a:ea typeface="Oxygen"/>
                  <a:cs typeface="Oxygen"/>
                  <a:sym typeface="Oxygen"/>
                </a:defRPr>
              </a:lvl3pPr>
              <a:lvl4pPr marL="1828800" marR="0" lvl="3" indent="-317500" algn="l" rtl="0">
                <a:lnSpc>
                  <a:spcPct val="115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lt2"/>
                </a:buClr>
                <a:buSzPts val="1400"/>
                <a:buFont typeface="Oxygen"/>
                <a:buChar char="●"/>
                <a:defRPr sz="1400" b="0" i="0" u="none" strike="noStrike" cap="none">
                  <a:solidFill>
                    <a:schemeClr val="lt2"/>
                  </a:solidFill>
                  <a:latin typeface="Oxygen"/>
                  <a:ea typeface="Oxygen"/>
                  <a:cs typeface="Oxygen"/>
                  <a:sym typeface="Oxygen"/>
                </a:defRPr>
              </a:lvl4pPr>
              <a:lvl5pPr marL="2286000" marR="0" lvl="4" indent="-317500" algn="l" rtl="0">
                <a:lnSpc>
                  <a:spcPct val="115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lt2"/>
                </a:buClr>
                <a:buSzPts val="1400"/>
                <a:buFont typeface="Oxygen"/>
                <a:buChar char="○"/>
                <a:defRPr sz="1400" b="0" i="0" u="none" strike="noStrike" cap="none">
                  <a:solidFill>
                    <a:schemeClr val="lt2"/>
                  </a:solidFill>
                  <a:latin typeface="Oxygen"/>
                  <a:ea typeface="Oxygen"/>
                  <a:cs typeface="Oxygen"/>
                  <a:sym typeface="Oxygen"/>
                </a:defRPr>
              </a:lvl5pPr>
              <a:lvl6pPr marL="2743200" marR="0" lvl="5" indent="-317500" algn="l" rtl="0">
                <a:lnSpc>
                  <a:spcPct val="115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lt2"/>
                </a:buClr>
                <a:buSzPts val="1400"/>
                <a:buFont typeface="Oxygen"/>
                <a:buChar char="■"/>
                <a:defRPr sz="1400" b="0" i="0" u="none" strike="noStrike" cap="none">
                  <a:solidFill>
                    <a:schemeClr val="lt2"/>
                  </a:solidFill>
                  <a:latin typeface="Oxygen"/>
                  <a:ea typeface="Oxygen"/>
                  <a:cs typeface="Oxygen"/>
                  <a:sym typeface="Oxygen"/>
                </a:defRPr>
              </a:lvl6pPr>
              <a:lvl7pPr marL="3200400" marR="0" lvl="6" indent="-317500" algn="l" rtl="0">
                <a:lnSpc>
                  <a:spcPct val="115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lt2"/>
                </a:buClr>
                <a:buSzPts val="1400"/>
                <a:buFont typeface="Oxygen"/>
                <a:buChar char="●"/>
                <a:defRPr sz="1400" b="0" i="0" u="none" strike="noStrike" cap="none">
                  <a:solidFill>
                    <a:schemeClr val="lt2"/>
                  </a:solidFill>
                  <a:latin typeface="Oxygen"/>
                  <a:ea typeface="Oxygen"/>
                  <a:cs typeface="Oxygen"/>
                  <a:sym typeface="Oxygen"/>
                </a:defRPr>
              </a:lvl7pPr>
              <a:lvl8pPr marL="3657600" marR="0" lvl="7" indent="-317500" algn="l" rtl="0">
                <a:lnSpc>
                  <a:spcPct val="115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lt2"/>
                </a:buClr>
                <a:buSzPts val="1400"/>
                <a:buFont typeface="Oxygen"/>
                <a:buChar char="○"/>
                <a:defRPr sz="1400" b="0" i="0" u="none" strike="noStrike" cap="none">
                  <a:solidFill>
                    <a:schemeClr val="lt2"/>
                  </a:solidFill>
                  <a:latin typeface="Oxygen"/>
                  <a:ea typeface="Oxygen"/>
                  <a:cs typeface="Oxygen"/>
                  <a:sym typeface="Oxygen"/>
                </a:defRPr>
              </a:lvl8pPr>
              <a:lvl9pPr marL="4114800" marR="0" lvl="8" indent="-317500" algn="l" rtl="0">
                <a:lnSpc>
                  <a:spcPct val="115000"/>
                </a:lnSpc>
                <a:spcBef>
                  <a:spcPts val="1600"/>
                </a:spcBef>
                <a:spcAft>
                  <a:spcPts val="1600"/>
                </a:spcAft>
                <a:buClr>
                  <a:schemeClr val="lt2"/>
                </a:buClr>
                <a:buSzPts val="1400"/>
                <a:buFont typeface="Oxygen"/>
                <a:buChar char="■"/>
                <a:defRPr sz="1400" b="0" i="0" u="none" strike="noStrike" cap="none">
                  <a:solidFill>
                    <a:schemeClr val="lt2"/>
                  </a:solidFill>
                  <a:latin typeface="Oxygen"/>
                  <a:ea typeface="Oxygen"/>
                  <a:cs typeface="Oxygen"/>
                  <a:sym typeface="Oxygen"/>
                </a:defRPr>
              </a:lvl9pPr>
            </a:lstStyle>
            <a:p>
              <a:pPr marL="0" indent="0">
                <a:spcAft>
                  <a:spcPts val="1600"/>
                </a:spcAft>
                <a:buFont typeface="Oxygen"/>
                <a:buNone/>
              </a:pPr>
              <a:r>
                <a:rPr lang="en-US" sz="2000" b="1" dirty="0">
                  <a:solidFill>
                    <a:schemeClr val="accent3">
                      <a:lumMod val="50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Giao </a:t>
              </a:r>
              <a:r>
                <a:rPr lang="en-US" sz="2000" b="1" dirty="0" err="1">
                  <a:solidFill>
                    <a:schemeClr val="accent3">
                      <a:lumMod val="50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diện</a:t>
              </a:r>
              <a:r>
                <a:rPr lang="en-US" sz="2000" b="1" dirty="0">
                  <a:solidFill>
                    <a:schemeClr val="accent3">
                      <a:lumMod val="50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App</a:t>
              </a:r>
            </a:p>
          </p:txBody>
        </p:sp>
      </p:grpSp>
      <p:pic>
        <p:nvPicPr>
          <p:cNvPr id="7" name="Picture 6" descr="A screenshot of a phone&#10;&#10;AI-generated content may be incorrect.">
            <a:extLst>
              <a:ext uri="{FF2B5EF4-FFF2-40B4-BE49-F238E27FC236}">
                <a16:creationId xmlns:a16="http://schemas.microsoft.com/office/drawing/2014/main" id="{9AC78727-09BF-CF97-60B6-132F7AD22C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4387" y="907960"/>
            <a:ext cx="1633806" cy="3630680"/>
          </a:xfrm>
          <a:prstGeom prst="rect">
            <a:avLst/>
          </a:prstGeom>
        </p:spPr>
      </p:pic>
      <p:pic>
        <p:nvPicPr>
          <p:cNvPr id="9" name="Picture 8" descr="A screenshot of a phone&#10;&#10;AI-generated content may be incorrect.">
            <a:extLst>
              <a:ext uri="{FF2B5EF4-FFF2-40B4-BE49-F238E27FC236}">
                <a16:creationId xmlns:a16="http://schemas.microsoft.com/office/drawing/2014/main" id="{C778C693-3D87-F6F8-5BE0-1F32F10566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2612" y="850721"/>
            <a:ext cx="1685321" cy="3745158"/>
          </a:xfrm>
          <a:prstGeom prst="rect">
            <a:avLst/>
          </a:prstGeom>
        </p:spPr>
      </p:pic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86AF49C0-E324-9C4E-C8C1-C63E6A48BD8F}"/>
              </a:ext>
            </a:extLst>
          </p:cNvPr>
          <p:cNvCxnSpPr>
            <a:stCxn id="7" idx="3"/>
            <a:endCxn id="9" idx="1"/>
          </p:cNvCxnSpPr>
          <p:nvPr/>
        </p:nvCxnSpPr>
        <p:spPr>
          <a:xfrm>
            <a:off x="2418193" y="2723300"/>
            <a:ext cx="3984419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5B54C444-88B4-3026-F6C0-BA1ECF71D8CC}"/>
              </a:ext>
            </a:extLst>
          </p:cNvPr>
          <p:cNvSpPr txBox="1"/>
          <p:nvPr/>
        </p:nvSpPr>
        <p:spPr>
          <a:xfrm>
            <a:off x="2755900" y="2159000"/>
            <a:ext cx="32321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err="1"/>
              <a:t>Nhập</a:t>
            </a:r>
            <a:r>
              <a:rPr lang="en-US" b="1" dirty="0"/>
              <a:t> </a:t>
            </a:r>
            <a:r>
              <a:rPr lang="en-US" b="1" dirty="0" err="1"/>
              <a:t>địa</a:t>
            </a:r>
            <a:r>
              <a:rPr lang="en-US" b="1" dirty="0"/>
              <a:t> </a:t>
            </a:r>
            <a:r>
              <a:rPr lang="en-US" b="1" dirty="0" err="1"/>
              <a:t>chỉ</a:t>
            </a:r>
            <a:r>
              <a:rPr lang="en-US" b="1" dirty="0"/>
              <a:t> MAC, </a:t>
            </a:r>
            <a:r>
              <a:rPr lang="en-US" b="1" dirty="0" err="1"/>
              <a:t>để</a:t>
            </a:r>
            <a:r>
              <a:rPr lang="en-US" b="1" dirty="0"/>
              <a:t> </a:t>
            </a:r>
            <a:r>
              <a:rPr lang="en-US" b="1" dirty="0" err="1"/>
              <a:t>khi</a:t>
            </a:r>
            <a:r>
              <a:rPr lang="en-US" b="1" dirty="0"/>
              <a:t> app scan </a:t>
            </a:r>
            <a:r>
              <a:rPr lang="en-US" b="1" dirty="0" err="1"/>
              <a:t>lọc</a:t>
            </a:r>
            <a:r>
              <a:rPr lang="en-US" b="1" dirty="0"/>
              <a:t> </a:t>
            </a:r>
            <a:r>
              <a:rPr lang="en-US" b="1" dirty="0" err="1"/>
              <a:t>ra</a:t>
            </a:r>
            <a:r>
              <a:rPr lang="en-US" b="1" dirty="0"/>
              <a:t> </a:t>
            </a:r>
            <a:r>
              <a:rPr lang="en-US" b="1" dirty="0" err="1"/>
              <a:t>được</a:t>
            </a:r>
            <a:r>
              <a:rPr lang="en-US" b="1" dirty="0"/>
              <a:t> 3 </a:t>
            </a:r>
            <a:r>
              <a:rPr lang="en-US" b="1" dirty="0" err="1"/>
              <a:t>trạm</a:t>
            </a:r>
            <a:r>
              <a:rPr lang="en-US" b="1" dirty="0"/>
              <a:t> </a:t>
            </a:r>
            <a:r>
              <a:rPr lang="en-US" b="1" dirty="0" err="1"/>
              <a:t>đang</a:t>
            </a:r>
            <a:r>
              <a:rPr lang="en-US" b="1" dirty="0"/>
              <a:t> </a:t>
            </a:r>
            <a:r>
              <a:rPr lang="en-US" b="1" dirty="0" err="1"/>
              <a:t>phát</a:t>
            </a:r>
            <a:r>
              <a:rPr lang="en-US" b="1" dirty="0"/>
              <a:t> </a:t>
            </a:r>
            <a:r>
              <a:rPr lang="en-US" b="1" dirty="0" err="1"/>
              <a:t>gói</a:t>
            </a:r>
            <a:r>
              <a:rPr lang="en-US" b="1" dirty="0"/>
              <a:t> tin</a:t>
            </a:r>
          </a:p>
        </p:txBody>
      </p:sp>
    </p:spTree>
    <p:extLst>
      <p:ext uri="{BB962C8B-B14F-4D97-AF65-F5344CB8AC3E}">
        <p14:creationId xmlns:p14="http://schemas.microsoft.com/office/powerpoint/2010/main" val="319970191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4676C8CF-8DC0-084F-C828-27004CDAC4C8}"/>
              </a:ext>
            </a:extLst>
          </p:cNvPr>
          <p:cNvGrpSpPr/>
          <p:nvPr/>
        </p:nvGrpSpPr>
        <p:grpSpPr>
          <a:xfrm>
            <a:off x="213296" y="61111"/>
            <a:ext cx="7918895" cy="595401"/>
            <a:chOff x="305893" y="836615"/>
            <a:chExt cx="7918895" cy="595401"/>
          </a:xfrm>
        </p:grpSpPr>
        <p:sp>
          <p:nvSpPr>
            <p:cNvPr id="14" name="Google Shape;1447;p74">
              <a:extLst>
                <a:ext uri="{FF2B5EF4-FFF2-40B4-BE49-F238E27FC236}">
                  <a16:creationId xmlns:a16="http://schemas.microsoft.com/office/drawing/2014/main" id="{AF288F0D-EC10-5904-E3C2-52FEACA4E2D7}"/>
                </a:ext>
              </a:extLst>
            </p:cNvPr>
            <p:cNvSpPr/>
            <p:nvPr/>
          </p:nvSpPr>
          <p:spPr>
            <a:xfrm>
              <a:off x="305893" y="921634"/>
              <a:ext cx="411738" cy="425365"/>
            </a:xfrm>
            <a:custGeom>
              <a:avLst/>
              <a:gdLst/>
              <a:ahLst/>
              <a:cxnLst/>
              <a:rect l="l" t="t" r="r" b="b"/>
              <a:pathLst>
                <a:path w="3008" h="2157" extrusionOk="0">
                  <a:moveTo>
                    <a:pt x="0" y="0"/>
                  </a:moveTo>
                  <a:lnTo>
                    <a:pt x="729" y="1075"/>
                  </a:lnTo>
                  <a:lnTo>
                    <a:pt x="0" y="2157"/>
                  </a:lnTo>
                  <a:lnTo>
                    <a:pt x="0" y="2157"/>
                  </a:lnTo>
                  <a:lnTo>
                    <a:pt x="3008" y="10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noFill/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" name="Google Shape;179;p36">
              <a:extLst>
                <a:ext uri="{FF2B5EF4-FFF2-40B4-BE49-F238E27FC236}">
                  <a16:creationId xmlns:a16="http://schemas.microsoft.com/office/drawing/2014/main" id="{8184AEA3-FC60-9863-599C-0BDD8D395856}"/>
                </a:ext>
              </a:extLst>
            </p:cNvPr>
            <p:cNvSpPr txBox="1">
              <a:spLocks/>
            </p:cNvSpPr>
            <p:nvPr/>
          </p:nvSpPr>
          <p:spPr>
            <a:xfrm>
              <a:off x="717631" y="836615"/>
              <a:ext cx="7507157" cy="59540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457200" marR="0" lvl="0" indent="-3175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400"/>
                <a:buFont typeface="Oxygen"/>
                <a:buChar char="●"/>
                <a:defRPr sz="1400" b="0" i="0" u="none" strike="noStrike" cap="none">
                  <a:solidFill>
                    <a:schemeClr val="lt2"/>
                  </a:solidFill>
                  <a:latin typeface="Oxygen"/>
                  <a:ea typeface="Oxygen"/>
                  <a:cs typeface="Oxygen"/>
                  <a:sym typeface="Oxygen"/>
                </a:defRPr>
              </a:lvl1pPr>
              <a:lvl2pPr marL="914400" marR="0" lvl="1" indent="-317500" algn="l" rtl="0">
                <a:lnSpc>
                  <a:spcPct val="115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lt2"/>
                </a:buClr>
                <a:buSzPts val="1400"/>
                <a:buFont typeface="Oxygen"/>
                <a:buChar char="○"/>
                <a:defRPr sz="1400" b="0" i="0" u="none" strike="noStrike" cap="none">
                  <a:solidFill>
                    <a:schemeClr val="lt2"/>
                  </a:solidFill>
                  <a:latin typeface="Oxygen"/>
                  <a:ea typeface="Oxygen"/>
                  <a:cs typeface="Oxygen"/>
                  <a:sym typeface="Oxygen"/>
                </a:defRPr>
              </a:lvl2pPr>
              <a:lvl3pPr marL="1371600" marR="0" lvl="2" indent="-317500" algn="l" rtl="0">
                <a:lnSpc>
                  <a:spcPct val="115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lt2"/>
                </a:buClr>
                <a:buSzPts val="1400"/>
                <a:buFont typeface="Oxygen"/>
                <a:buChar char="■"/>
                <a:defRPr sz="1400" b="0" i="0" u="none" strike="noStrike" cap="none">
                  <a:solidFill>
                    <a:schemeClr val="lt2"/>
                  </a:solidFill>
                  <a:latin typeface="Oxygen"/>
                  <a:ea typeface="Oxygen"/>
                  <a:cs typeface="Oxygen"/>
                  <a:sym typeface="Oxygen"/>
                </a:defRPr>
              </a:lvl3pPr>
              <a:lvl4pPr marL="1828800" marR="0" lvl="3" indent="-317500" algn="l" rtl="0">
                <a:lnSpc>
                  <a:spcPct val="115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lt2"/>
                </a:buClr>
                <a:buSzPts val="1400"/>
                <a:buFont typeface="Oxygen"/>
                <a:buChar char="●"/>
                <a:defRPr sz="1400" b="0" i="0" u="none" strike="noStrike" cap="none">
                  <a:solidFill>
                    <a:schemeClr val="lt2"/>
                  </a:solidFill>
                  <a:latin typeface="Oxygen"/>
                  <a:ea typeface="Oxygen"/>
                  <a:cs typeface="Oxygen"/>
                  <a:sym typeface="Oxygen"/>
                </a:defRPr>
              </a:lvl4pPr>
              <a:lvl5pPr marL="2286000" marR="0" lvl="4" indent="-317500" algn="l" rtl="0">
                <a:lnSpc>
                  <a:spcPct val="115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lt2"/>
                </a:buClr>
                <a:buSzPts val="1400"/>
                <a:buFont typeface="Oxygen"/>
                <a:buChar char="○"/>
                <a:defRPr sz="1400" b="0" i="0" u="none" strike="noStrike" cap="none">
                  <a:solidFill>
                    <a:schemeClr val="lt2"/>
                  </a:solidFill>
                  <a:latin typeface="Oxygen"/>
                  <a:ea typeface="Oxygen"/>
                  <a:cs typeface="Oxygen"/>
                  <a:sym typeface="Oxygen"/>
                </a:defRPr>
              </a:lvl5pPr>
              <a:lvl6pPr marL="2743200" marR="0" lvl="5" indent="-317500" algn="l" rtl="0">
                <a:lnSpc>
                  <a:spcPct val="115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lt2"/>
                </a:buClr>
                <a:buSzPts val="1400"/>
                <a:buFont typeface="Oxygen"/>
                <a:buChar char="■"/>
                <a:defRPr sz="1400" b="0" i="0" u="none" strike="noStrike" cap="none">
                  <a:solidFill>
                    <a:schemeClr val="lt2"/>
                  </a:solidFill>
                  <a:latin typeface="Oxygen"/>
                  <a:ea typeface="Oxygen"/>
                  <a:cs typeface="Oxygen"/>
                  <a:sym typeface="Oxygen"/>
                </a:defRPr>
              </a:lvl6pPr>
              <a:lvl7pPr marL="3200400" marR="0" lvl="6" indent="-317500" algn="l" rtl="0">
                <a:lnSpc>
                  <a:spcPct val="115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lt2"/>
                </a:buClr>
                <a:buSzPts val="1400"/>
                <a:buFont typeface="Oxygen"/>
                <a:buChar char="●"/>
                <a:defRPr sz="1400" b="0" i="0" u="none" strike="noStrike" cap="none">
                  <a:solidFill>
                    <a:schemeClr val="lt2"/>
                  </a:solidFill>
                  <a:latin typeface="Oxygen"/>
                  <a:ea typeface="Oxygen"/>
                  <a:cs typeface="Oxygen"/>
                  <a:sym typeface="Oxygen"/>
                </a:defRPr>
              </a:lvl7pPr>
              <a:lvl8pPr marL="3657600" marR="0" lvl="7" indent="-317500" algn="l" rtl="0">
                <a:lnSpc>
                  <a:spcPct val="115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lt2"/>
                </a:buClr>
                <a:buSzPts val="1400"/>
                <a:buFont typeface="Oxygen"/>
                <a:buChar char="○"/>
                <a:defRPr sz="1400" b="0" i="0" u="none" strike="noStrike" cap="none">
                  <a:solidFill>
                    <a:schemeClr val="lt2"/>
                  </a:solidFill>
                  <a:latin typeface="Oxygen"/>
                  <a:ea typeface="Oxygen"/>
                  <a:cs typeface="Oxygen"/>
                  <a:sym typeface="Oxygen"/>
                </a:defRPr>
              </a:lvl8pPr>
              <a:lvl9pPr marL="4114800" marR="0" lvl="8" indent="-317500" algn="l" rtl="0">
                <a:lnSpc>
                  <a:spcPct val="115000"/>
                </a:lnSpc>
                <a:spcBef>
                  <a:spcPts val="1600"/>
                </a:spcBef>
                <a:spcAft>
                  <a:spcPts val="1600"/>
                </a:spcAft>
                <a:buClr>
                  <a:schemeClr val="lt2"/>
                </a:buClr>
                <a:buSzPts val="1400"/>
                <a:buFont typeface="Oxygen"/>
                <a:buChar char="■"/>
                <a:defRPr sz="1400" b="0" i="0" u="none" strike="noStrike" cap="none">
                  <a:solidFill>
                    <a:schemeClr val="lt2"/>
                  </a:solidFill>
                  <a:latin typeface="Oxygen"/>
                  <a:ea typeface="Oxygen"/>
                  <a:cs typeface="Oxygen"/>
                  <a:sym typeface="Oxygen"/>
                </a:defRPr>
              </a:lvl9pPr>
            </a:lstStyle>
            <a:p>
              <a:pPr marL="0" indent="0">
                <a:spcAft>
                  <a:spcPts val="1600"/>
                </a:spcAft>
                <a:buFont typeface="Oxygen"/>
                <a:buNone/>
              </a:pPr>
              <a:r>
                <a:rPr lang="en-US" sz="2000" b="1" dirty="0">
                  <a:solidFill>
                    <a:schemeClr val="accent3">
                      <a:lumMod val="50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Demo </a:t>
              </a:r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8FD8A26C-8D51-8406-A530-F31D6AC95B5C}"/>
              </a:ext>
            </a:extLst>
          </p:cNvPr>
          <p:cNvSpPr txBox="1"/>
          <p:nvPr/>
        </p:nvSpPr>
        <p:spPr>
          <a:xfrm>
            <a:off x="2215574" y="2157712"/>
            <a:ext cx="605910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Link full project &amp; source code (</a:t>
            </a:r>
            <a:r>
              <a:rPr lang="en-US" sz="1600" dirty="0" err="1"/>
              <a:t>github</a:t>
            </a:r>
            <a:r>
              <a:rPr lang="en-US" sz="1600" dirty="0"/>
              <a:t>): </a:t>
            </a:r>
            <a:r>
              <a:rPr lang="en-US" sz="1600" dirty="0">
                <a:hlinkClick r:id="rId3"/>
              </a:rPr>
              <a:t>vynt2401/</a:t>
            </a:r>
            <a:r>
              <a:rPr lang="en-US" sz="1600" dirty="0" err="1">
                <a:hlinkClick r:id="rId3"/>
              </a:rPr>
              <a:t>DoAn_IoT</a:t>
            </a:r>
            <a:r>
              <a:rPr lang="en-US" sz="1600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219573394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p67"/>
          <p:cNvSpPr txBox="1">
            <a:spLocks noGrp="1"/>
          </p:cNvSpPr>
          <p:nvPr>
            <p:ph type="ctrTitle"/>
          </p:nvPr>
        </p:nvSpPr>
        <p:spPr>
          <a:xfrm>
            <a:off x="4096775" y="540100"/>
            <a:ext cx="4325700" cy="98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THANKS</a:t>
            </a:r>
            <a:endParaRPr dirty="0"/>
          </a:p>
        </p:txBody>
      </p:sp>
      <p:sp>
        <p:nvSpPr>
          <p:cNvPr id="619" name="Google Shape;619;p67"/>
          <p:cNvSpPr txBox="1">
            <a:spLocks noGrp="1"/>
          </p:cNvSpPr>
          <p:nvPr>
            <p:ph type="subTitle" idx="1"/>
          </p:nvPr>
        </p:nvSpPr>
        <p:spPr>
          <a:xfrm>
            <a:off x="1841254" y="1869540"/>
            <a:ext cx="5849865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 err="1">
                <a:solidFill>
                  <a:schemeClr val="bg1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Cảm</a:t>
            </a:r>
            <a:r>
              <a:rPr lang="en-US" sz="2800" dirty="0">
                <a:solidFill>
                  <a:schemeClr val="bg1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dirty="0" err="1">
                <a:solidFill>
                  <a:schemeClr val="bg1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ơn</a:t>
            </a:r>
            <a:r>
              <a:rPr lang="en-US" sz="2800" dirty="0">
                <a:solidFill>
                  <a:schemeClr val="bg1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dirty="0" err="1">
                <a:solidFill>
                  <a:schemeClr val="bg1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thầy</a:t>
            </a:r>
            <a:r>
              <a:rPr lang="en-US" sz="2800" dirty="0">
                <a:solidFill>
                  <a:schemeClr val="bg1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dirty="0" err="1">
                <a:solidFill>
                  <a:schemeClr val="bg1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đã</a:t>
            </a:r>
            <a:r>
              <a:rPr lang="en-US" sz="2800" dirty="0">
                <a:solidFill>
                  <a:schemeClr val="bg1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dirty="0" err="1">
                <a:solidFill>
                  <a:schemeClr val="bg1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xem</a:t>
            </a:r>
            <a:r>
              <a:rPr lang="en-US" sz="2800" dirty="0">
                <a:solidFill>
                  <a:schemeClr val="bg1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dirty="0" err="1">
                <a:solidFill>
                  <a:schemeClr val="bg1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bài</a:t>
            </a:r>
            <a:r>
              <a:rPr lang="en-US" sz="2800" dirty="0">
                <a:solidFill>
                  <a:schemeClr val="bg1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dirty="0" err="1">
                <a:solidFill>
                  <a:schemeClr val="bg1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thuyết</a:t>
            </a:r>
            <a:r>
              <a:rPr lang="en-US" sz="2800" dirty="0">
                <a:solidFill>
                  <a:schemeClr val="bg1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dirty="0" err="1">
                <a:solidFill>
                  <a:schemeClr val="bg1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trình</a:t>
            </a:r>
            <a:endParaRPr sz="2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Minimalist Aesthetic Slideshow by Slidesgo">
  <a:themeElements>
    <a:clrScheme name="Simple Light">
      <a:dk1>
        <a:srgbClr val="6D5B57"/>
      </a:dk1>
      <a:lt1>
        <a:srgbClr val="F2E1D8"/>
      </a:lt1>
      <a:dk2>
        <a:srgbClr val="595959"/>
      </a:dk2>
      <a:lt2>
        <a:srgbClr val="B08980"/>
      </a:lt2>
      <a:accent1>
        <a:srgbClr val="6D5B57"/>
      </a:accent1>
      <a:accent2>
        <a:srgbClr val="F2E1D8"/>
      </a:accent2>
      <a:accent3>
        <a:srgbClr val="595959"/>
      </a:accent3>
      <a:accent4>
        <a:srgbClr val="B08980"/>
      </a:accent4>
      <a:accent5>
        <a:srgbClr val="F2E1D8"/>
      </a:accent5>
      <a:accent6>
        <a:srgbClr val="595959"/>
      </a:accent6>
      <a:hlink>
        <a:srgbClr val="59595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194</TotalTime>
  <Words>436</Words>
  <Application>Microsoft Office PowerPoint</Application>
  <PresentationFormat>On-screen Show (16:9)</PresentationFormat>
  <Paragraphs>98</Paragraphs>
  <Slides>24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2" baseType="lpstr">
      <vt:lpstr>Oxygen Light</vt:lpstr>
      <vt:lpstr>Bebas Neue</vt:lpstr>
      <vt:lpstr>Oxygen</vt:lpstr>
      <vt:lpstr>Calibri</vt:lpstr>
      <vt:lpstr>Poiret One</vt:lpstr>
      <vt:lpstr>Cambria Math</vt:lpstr>
      <vt:lpstr>Arial</vt:lpstr>
      <vt:lpstr>Minimalist Aesthetic Slideshow by Slidesgo</vt:lpstr>
      <vt:lpstr>Thực hành Kết nối và thu nhận dữ liệu trong IoT</vt:lpstr>
      <vt:lpstr>CÁC MỤC CÓ TRONG BÀI THUYẾT TRÌNH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Thế Vỹ Nguyễn</dc:creator>
  <cp:lastModifiedBy>NGUYỄN ĐỨC THUẬN</cp:lastModifiedBy>
  <cp:revision>10</cp:revision>
  <dcterms:modified xsi:type="dcterms:W3CDTF">2025-12-14T15:38:22Z</dcterms:modified>
</cp:coreProperties>
</file>